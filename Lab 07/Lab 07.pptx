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13"/>
  </p:notesMasterIdLst>
  <p:sldIdLst>
    <p:sldId id="397" r:id="rId2"/>
    <p:sldId id="372" r:id="rId3"/>
    <p:sldId id="373" r:id="rId4"/>
    <p:sldId id="374" r:id="rId5"/>
    <p:sldId id="375" r:id="rId6"/>
    <p:sldId id="378" r:id="rId7"/>
    <p:sldId id="376" r:id="rId8"/>
    <p:sldId id="398" r:id="rId9"/>
    <p:sldId id="379" r:id="rId10"/>
    <p:sldId id="380" r:id="rId11"/>
    <p:sldId id="29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DAEA"/>
    <a:srgbClr val="000000"/>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8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43.334"/>
    </inkml:context>
    <inkml:brush xml:id="br0">
      <inkml:brushProperty name="width" value="0.05" units="cm"/>
      <inkml:brushProperty name="height" value="0.05" units="cm"/>
      <inkml:brushProperty name="color" value="#E71224"/>
    </inkml:brush>
  </inkml:definitions>
  <inkml:trace contextRef="#ctx0" brushRef="#br0">900 105 24575,'-12'-1'0,"1"-1"0,-1 0 0,0-1 0,1 0 0,-1-1 0,1 0 0,-19-10 0,-33-12 0,14 13 0,-1 2 0,0 2 0,-91-4 0,-156 18 0,290-5 0,-1 1 0,1 0 0,0 0 0,-1 0 0,1 1 0,0 0 0,0 0 0,0 1 0,0 0 0,-6 4 0,9-4 0,0 0 0,1 0 0,-1 0 0,1 0 0,0 1 0,0 0 0,0-1 0,1 1 0,-1 0 0,1 0 0,0 0 0,0 1 0,0-1 0,1 0 0,-1 1 0,1-1 0,-1 8 0,-1 9 0,0 0 0,2 0 0,0 0 0,3 22 0,-2-35 0,1 1 0,1-1 0,-1 0 0,1 0 0,1-1 0,-1 1 0,1 0 0,1-1 0,-1 1 0,1-1 0,1 0 0,-1-1 0,9 11 0,5 1 0,3 4 0,46 36 0,-59-52 0,0-1 0,0 0 0,1 0 0,0-1 0,0 0 0,0 0 0,0-1 0,0-1 0,1 1 0,11 0 0,111 0 0,-104-5 0,-1 2 0,0 1 0,0 1 0,0 1 0,52 13 0,-56-9-341,1-1 0,0-2-1,43 4 1,-29-6-6485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44.126"/>
    </inkml:context>
    <inkml:brush xml:id="br0">
      <inkml:brushProperty name="width" value="0.05" units="cm"/>
      <inkml:brushProperty name="height" value="0.05" units="cm"/>
      <inkml:brushProperty name="color" value="#E71224"/>
    </inkml:brush>
  </inkml:definitions>
  <inkml:trace contextRef="#ctx0" brushRef="#br0">43 1 24575,'-4'0'0,"-2"8"0,0 8 0,2 18 0,1 12 0,1 11 0,0 4 0,-2 5 0,-2-4 0,1-13-8191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45.589"/>
    </inkml:context>
    <inkml:brush xml:id="br0">
      <inkml:brushProperty name="width" value="0.05" units="cm"/>
      <inkml:brushProperty name="height" value="0.05" units="cm"/>
      <inkml:brushProperty name="color" value="#E71224"/>
    </inkml:brush>
  </inkml:definitions>
  <inkml:trace contextRef="#ctx0" brushRef="#br0">78 0 24575,'-9'4'0,"-3"11"0,1 15 0,3 7 0,1 5 0,3 14 0,2 6 0,1 0 0,1-5 0,1-9 0,-1-8 0,1-6 0,-5-1 0,-6-9 0,-1-10-8191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46.142"/>
    </inkml:context>
    <inkml:brush xml:id="br0">
      <inkml:brushProperty name="width" value="0.05" units="cm"/>
      <inkml:brushProperty name="height" value="0.05" units="cm"/>
      <inkml:brushProperty name="color" value="#E71224"/>
    </inkml:brush>
  </inkml:definitions>
  <inkml:trace contextRef="#ctx0" brushRef="#br0">0 1 24575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48.437"/>
    </inkml:context>
    <inkml:brush xml:id="br0">
      <inkml:brushProperty name="width" value="0.05" units="cm"/>
      <inkml:brushProperty name="height" value="0.05" units="cm"/>
      <inkml:brushProperty name="color" value="#E71224"/>
    </inkml:brush>
  </inkml:definitions>
  <inkml:trace contextRef="#ctx0" brushRef="#br0">1 462 24575,'1'-37'0,"1"0"0,2 0 0,2 0 0,1 0 0,2 1 0,1 0 0,2 1 0,25-50 0,-34 79 0,1 0 0,-1 0 0,2 1 0,-1-1 0,0 1 0,1 0 0,0 0 0,1 1 0,-1 0 0,1-1 0,-1 2 0,1-1 0,0 1 0,1 0 0,-1 0 0,0 1 0,1-1 0,9-1 0,-12 3 0,0 1 0,-1-1 0,1 1 0,0 0 0,-1 0 0,1 0 0,0 0 0,-1 1 0,1-1 0,-1 1 0,1 0 0,0 0 0,-1 0 0,0 1 0,1-1 0,-1 1 0,0 0 0,0 0 0,0 0 0,0 0 0,0 0 0,0 1 0,-1-1 0,1 1 0,-1 0 0,1 0 0,-1 0 0,0 0 0,-1 0 0,1 0 0,0 1 0,-1-1 0,0 0 0,1 1 0,0 5 0,2 7 0,-1-1 0,0 1 0,-1 0 0,-1-1 0,-1 1 0,-1 20 0,1-30 0,-1-1 0,0 1 0,0-1 0,0 1 0,-1-1 0,1 1 0,-1-1 0,-1 0 0,1 0 0,-1 0 0,0 0 0,0-1 0,0 1 0,-1-1 0,1 1 0,-1-1 0,0 0 0,0-1 0,-1 1 0,-9 5 0,-9 4-117,1-1-195,1-1 0,-2-1 0,-34 11 0,17-12-6514</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49.211"/>
    </inkml:context>
    <inkml:brush xml:id="br0">
      <inkml:brushProperty name="width" value="0.05" units="cm"/>
      <inkml:brushProperty name="height" value="0.05" units="cm"/>
      <inkml:brushProperty name="color" value="#E71224"/>
    </inkml:brush>
  </inkml:definitions>
  <inkml:trace contextRef="#ctx0" brushRef="#br0">1 0 24575,'0'5'0,"0"5"0,0 10 0,0 10 0,0 8 0,0 3 0,0-6-8191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51.993"/>
    </inkml:context>
    <inkml:brush xml:id="br0">
      <inkml:brushProperty name="width" value="0.05" units="cm"/>
      <inkml:brushProperty name="height" value="0.05" units="cm"/>
      <inkml:brushProperty name="color" value="#E71224"/>
    </inkml:brush>
  </inkml:definitions>
  <inkml:trace contextRef="#ctx0" brushRef="#br0">792 3 24575,'-58'0'0,"-12"-2"0,-1 3 0,1 3 0,0 3 0,-70 17 0,122-18 0,0 1 0,1 1 0,0 0 0,0 1 0,0 1 0,2 0 0,-1 1 0,1 1 0,1 0 0,0 1 0,1 1 0,0 0 0,-19 28 0,23-28 0,-1 0 0,2 0 0,0 1 0,1 0 0,0 0 0,1 1 0,1 0 0,1 0 0,0 1 0,1-1 0,0 1 0,2-1 0,0 1 0,1 0 0,3 31 0,0-38 0,0-1 0,0 0 0,1 0 0,0 0 0,1 0 0,0-1 0,0 0 0,0 0 0,1 0 0,1 0 0,-1-1 0,1 0 0,1-1 0,-1 1 0,1-1 0,0-1 0,12 7 0,1 0 0,1-1 0,0-2 0,0 0 0,1-1 0,45 9 0,2-8 0,1-4 0,-1-2 0,87-8 0,-3 0 0,-116 5-1365,-7 0-5461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53.162"/>
    </inkml:context>
    <inkml:brush xml:id="br0">
      <inkml:brushProperty name="width" value="0.05" units="cm"/>
      <inkml:brushProperty name="height" value="0.05" units="cm"/>
      <inkml:brushProperty name="color" value="#E71224"/>
    </inkml:brush>
  </inkml:definitions>
  <inkml:trace contextRef="#ctx0" brushRef="#br0">1 243 24575,'2'-3'0,"1"0"0,-1-1 0,1 0 0,-1 1 0,0-1 0,0 0 0,-1 0 0,1 0 0,-1 0 0,0 0 0,0-1 0,0-6 0,2-59 0,-3 49 0,0 12 0,1-1 0,-1 1 0,1-1 0,1 1 0,4-14 0,-6 22 0,1-1 0,-1 1 0,1 0 0,-1-1 0,1 1 0,0 0 0,0-1 0,0 1 0,0 0 0,0 0 0,0 0 0,0 0 0,0 0 0,0 0 0,0 0 0,1 0 0,-1 0 0,0 1 0,1-1 0,-1 1 0,0-1 0,1 0 0,-1 1 0,1 0 0,-1-1 0,1 1 0,-1 0 0,1 0 0,-1 0 0,1 0 0,-1 0 0,1 0 0,-1 1 0,1-1 0,-1 0 0,1 1 0,-1-1 0,0 1 0,1-1 0,-1 1 0,0 0 0,1 0 0,0 1 0,4 1 0,0 0 0,-1 1 0,0 0 0,1 0 0,-1 1 0,-1-1 0,1 1 0,-1 0 0,0 0 0,0 1 0,0-1 0,3 8 0,4 10 0,15 45 0,-8-20 0,-12-34 0,19 45 0,34 118 0,-55-158 0,0-1 0,-2 0 0,1 1 0,-2 0 0,-1 0 0,0-1 0,-1 1 0,-2 0 0,1-1 0,-2 1 0,-7 22 0,8-35 0,1-1 0,-1 0 0,0 1 0,0-1 0,0 0 0,-1-1 0,1 1 0,-1 0 0,0-1 0,-1 0 0,1 0 0,-1 0 0,0-1 0,0 0 0,0 0 0,0 0 0,-8 3 0,1-2 0,0 0 0,-1 0 0,0-1 0,1-1 0,-1 0 0,-23 0 0,229-10-1365,-157 8-5461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54.882"/>
    </inkml:context>
    <inkml:brush xml:id="br0">
      <inkml:brushProperty name="width" value="0.05" units="cm"/>
      <inkml:brushProperty name="height" value="0.05" units="cm"/>
      <inkml:brushProperty name="color" value="#E71224"/>
    </inkml:brush>
  </inkml:definitions>
  <inkml:trace contextRef="#ctx0" brushRef="#br0">1 1 24575,'0'4'0,"0"19"0,0 23 0,0 17 0,0 5 0,0 5 0,0 3 0,0-7 0,0-7 0,0-1 0,0-7 0,0-7 0,0-26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55.559"/>
    </inkml:context>
    <inkml:brush xml:id="br0">
      <inkml:brushProperty name="width" value="0.05" units="cm"/>
      <inkml:brushProperty name="height" value="0.05" units="cm"/>
      <inkml:brushProperty name="color" value="#E71224"/>
    </inkml:brush>
  </inkml:definitions>
  <inkml:trace contextRef="#ctx0" brushRef="#br0">0 0 24575,'4'5'0,"2"9"0,0 7 0,-2 9 0,0 8 0,-2-3-8191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56.993"/>
    </inkml:context>
    <inkml:brush xml:id="br0">
      <inkml:brushProperty name="width" value="0.05" units="cm"/>
      <inkml:brushProperty name="height" value="0.05" units="cm"/>
      <inkml:brushProperty name="color" value="#E71224"/>
    </inkml:brush>
  </inkml:definitions>
  <inkml:trace contextRef="#ctx0" brushRef="#br0">1 53 24575,'0'-1'0,"1"0"0,-1 0 0,1 0 0,-1 0 0,1 0 0,0 0 0,-1 0 0,1 0 0,0 0 0,0 1 0,0-1 0,0 0 0,0 0 0,-1 1 0,1-1 0,0 1 0,1-1 0,-1 1 0,0-1 0,0 1 0,0-1 0,0 1 0,0 0 0,2 0 0,38-9 0,-28 7 0,54-9 0,1 3 0,0 3 0,77 5 0,-141 0 0,0 0 0,0 1 0,0-1 0,-1 1 0,1 0 0,0 0 0,0 1 0,0-1 0,-1 1 0,1 0 0,-1 0 0,1 0 0,-1 0 0,0 0 0,0 1 0,0 0 0,0-1 0,0 1 0,-1 0 0,1 0 0,-1 1 0,0-1 0,0 0 0,0 1 0,0 0 0,-1-1 0,1 1 0,-1 0 0,0 0 0,0-1 0,0 1 0,0 7 0,1 5 0,-1 0 0,0 0 0,-1 0 0,-1 0 0,0 1 0,-7 29 0,6-42 0,1 0 0,0 0 0,-1 0 0,0 0 0,0 0 0,0-1 0,0 1 0,0 0 0,-1-1 0,0 0 0,0 0 0,0 0 0,-4 4 0,-50 28 0,22-16 0,6 0-105,-114 64 343,124-73-487,0-2-1,-1-1 0,0 0 0,-1-2 1,-39 7-1,22-9-6576</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1:58.527"/>
    </inkml:context>
    <inkml:brush xml:id="br0">
      <inkml:brushProperty name="width" value="0.05" units="cm"/>
      <inkml:brushProperty name="height" value="0.05" units="cm"/>
      <inkml:brushProperty name="color" value="#E71224"/>
    </inkml:brush>
  </inkml:definitions>
  <inkml:trace contextRef="#ctx0" brushRef="#br0">8 94 24575,'0'0'0,"0"0"0,0 1 0,0-1 0,0 0 0,0 0 0,0 0 0,-1 0 0,1 0 0,0 0 0,0 1 0,0-1 0,0 0 0,0 0 0,0 0 0,0 0 0,-1 0 0,1 0 0,0 0 0,0 0 0,0 0 0,0 0 0,0 0 0,0 1 0,-1-1 0,1 0 0,0 0 0,0 0 0,0 0 0,0 0 0,-1 0 0,1 0 0,0 0 0,0 0 0,0 0 0,0 0 0,0-1 0,-1 1 0,1 0 0,0 0 0,0 0 0,0 0 0,0 0 0,0 0 0,0 0 0,-1 0 0,1 0 0,0 0 0,0-1 0,0 1 0,0 0 0,0 0 0,0 0 0,0 0 0,0 0 0,-1-13 0,8-16 0,-5 26 0,1-1 0,-1 0 0,1 1 0,0-1 0,0 1 0,0 0 0,0 0 0,1 0 0,-1 0 0,1 1 0,0-1 0,-1 1 0,1 0 0,0 0 0,1 0 0,-1 1 0,0 0 0,0-1 0,1 2 0,-1-1 0,0 0 0,1 1 0,-1 0 0,1 0 0,6 1 0,-7 0 0,0 0 0,0 0 0,0 1 0,-1 0 0,1 0 0,0 0 0,-1 0 0,1 0 0,-1 1 0,0-1 0,0 1 0,0 0 0,0 0 0,0 0 0,-1 1 0,0-1 0,1 0 0,-1 1 0,0 0 0,0 0 0,-1-1 0,1 1 0,-1 0 0,0 0 0,0 0 0,0 0 0,0 7 0,0 4 0,-1 0 0,0 0 0,-1 0 0,0-1 0,-1 1 0,-1 0 0,0-1 0,-1 0 0,-6 16 0,5-19 0,1 0 0,-2 0 0,1 0 0,-2 0 0,1-1 0,-1 0 0,-1-1 0,0 1 0,0-1 0,-1-1 0,-11 9 0,-1 1 0,21-18 0,-1 0 0,1 0 0,0 0 0,0 1 0,0-1 0,0 0 0,0 0 0,-1 0 0,1 0 0,0 1 0,0-1 0,0 0 0,0 0 0,0 0 0,0 1 0,0-1 0,0 0 0,0 0 0,-1 0 0,1 1 0,0-1 0,0 0 0,0 0 0,0 0 0,0 1 0,0-1 0,1 0 0,-1 0 0,0 0 0,0 1 0,0-1 0,0 0 0,0 0 0,0 0 0,0 1 0,0-1 0,0 0 0,0 0 0,1 0 0,-1 0 0,0 1 0,0-1 0,0 0 0,1 0 0,38 1 0,-31-1 0,26-2-1365,-1 0-5461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00.187"/>
    </inkml:context>
    <inkml:brush xml:id="br0">
      <inkml:brushProperty name="width" value="0.05" units="cm"/>
      <inkml:brushProperty name="height" value="0.05" units="cm"/>
      <inkml:brushProperty name="color" value="#E71224"/>
    </inkml:brush>
  </inkml:definitions>
  <inkml:trace contextRef="#ctx0" brushRef="#br0">802 0 24575,'-659'0'0,"650"0"0,0 0 0,0 1 0,-1 0 0,1 0 0,0 0 0,0 2 0,0-1 0,-11 5 0,16-5 0,1 0 0,0 0 0,0 0 0,0 1 0,0-1 0,0 1 0,0 0 0,1 0 0,-1 0 0,1 0 0,0 0 0,0 0 0,0 1 0,0-1 0,0 1 0,1-1 0,0 1 0,0-1 0,0 1 0,0 0 0,0 6 0,0-2 0,0-1 0,1 1 0,1-1 0,-1 1 0,1-1 0,0 0 0,1 1 0,0-1 0,0 0 0,1 0 0,-1 0 0,2 0 0,-1 0 0,1-1 0,0 0 0,0 0 0,0 0 0,1 0 0,0 0 0,0-1 0,10 7 0,-5-4 0,0 0 0,0-1 0,1-1 0,0 0 0,0 0 0,1-1 0,-1 0 0,1-1 0,0-1 0,1 0 0,24 3 0,54-3 0,-64-3 0,0 1 0,-1 1 0,1 1 0,0 1 0,29 9 0,-9 2-1365,-5-2-5461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01.367"/>
    </inkml:context>
    <inkml:brush xml:id="br0">
      <inkml:brushProperty name="width" value="0.05" units="cm"/>
      <inkml:brushProperty name="height" value="0.05" units="cm"/>
      <inkml:brushProperty name="color" value="#E71224"/>
    </inkml:brush>
  </inkml:definitions>
  <inkml:trace contextRef="#ctx0" brushRef="#br0">1 82 24575,'7'-7'0,"0"1"0,0-1 0,1 1 0,0 1 0,0-1 0,1 1 0,0 1 0,-1 0 0,1 0 0,1 0 0,-1 1 0,1 1 0,-1-1 0,1 2 0,14-2 0,22-3 0,67 1 0,-102 4 0,1 2 0,0 0 0,-1 0 0,1 1 0,-1 0 0,0 1 0,1 0 0,-1 1 0,-1 1 0,1-1 0,15 11 0,-21-10 0,0 0 0,0 0 0,0 0 0,-1 1 0,0 0 0,0 0 0,-1 0 0,0 0 0,0 1 0,0-1 0,-1 1 0,0 0 0,0-1 0,-1 1 0,1 0 0,-2 0 0,1 10 0,0-3 0,-1 0 0,0 0 0,-1 0 0,-1 0 0,0 0 0,-1-1 0,-8 24 0,8-31 0,-1 0 0,1 0 0,-1-1 0,-1 0 0,1 0 0,-1 0 0,0 0 0,0 0 0,0-1 0,0 0 0,-1 0 0,0-1 0,0 1 0,0-1 0,0-1 0,0 1 0,-1-1 0,1 0 0,-1 0 0,-7 0 0,-12 3 0,0-1 0,0-2 0,-46-1 0,108-1 0,-18-1 0,1 2 0,0 0 0,0 0 0,32 9 0,-46-9 0,0 1 0,0-1 0,0 1 0,0 1 0,-1-1 0,1 1 0,-1 0 0,1 0 0,-1 0 0,0 1 0,0-1 0,0 1 0,-1 0 0,1 0 0,-1 0 0,0 1 0,0-1 0,0 1 0,-1-1 0,0 1 0,0 0 0,2 8 0,0 2 20,-1 0 0,0 1 0,-2-1 0,0 0 0,-1 31 0,-1-40-107,1 1-1,-1-1 1,0 0 0,0 1-1,-1-1 1,0 0 0,0 0-1,0 0 1,-1 0-1,0 0 1,0-1 0,0 1-1,-1-1 1,0 0 0,0 0-1,-7 7 1,-16 5-6739</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03.222"/>
    </inkml:context>
    <inkml:brush xml:id="br0">
      <inkml:brushProperty name="width" value="0.05" units="cm"/>
      <inkml:brushProperty name="height" value="0.05" units="cm"/>
      <inkml:brushProperty name="color" value="#E71224"/>
    </inkml:brush>
  </inkml:definitions>
  <inkml:trace contextRef="#ctx0" brushRef="#br0">0 0 24575,'5'0'0,"5"0"0,1 4 0,7 15 0,2 8 0,4 17 0,0 27 0,-6 27 0,-5 14 0,-4 10 0,-5-7 0,6-11 0,2-18 0,-2-20 0,-2-16 0,1-4 0,0-10-8191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03.743"/>
    </inkml:context>
    <inkml:brush xml:id="br0">
      <inkml:brushProperty name="width" value="0.05" units="cm"/>
      <inkml:brushProperty name="height" value="0.05" units="cm"/>
      <inkml:brushProperty name="color" value="#E71224"/>
    </inkml:brush>
  </inkml:definitions>
  <inkml:trace contextRef="#ctx0" brushRef="#br0">0 0 24575</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04.963"/>
    </inkml:context>
    <inkml:brush xml:id="br0">
      <inkml:brushProperty name="width" value="0.05" units="cm"/>
      <inkml:brushProperty name="height" value="0.05" units="cm"/>
      <inkml:brushProperty name="color" value="#E71224"/>
    </inkml:brush>
  </inkml:definitions>
  <inkml:trace contextRef="#ctx0" brushRef="#br0">16 2 24575,'146'-1'0,"158"3"0,-302-2 0,-1 0 0,1 0 0,-1 0 0,1 0 0,-1 0 0,1 0 0,-1 0 0,1 1 0,-1-1 0,1 0 0,-1 1 0,0 0 0,1-1 0,-1 1 0,0 0 0,1-1 0,-1 1 0,0 0 0,0 0 0,0 0 0,0 0 0,1 0 0,-1 0 0,0 2 0,0-1 0,-1-1 0,0 1 0,0-1 0,0 1 0,0-1 0,-1 1 0,1-1 0,0 0 0,-1 1 0,1-1 0,-1 1 0,1-1 0,-1 0 0,1 1 0,-1-1 0,0 0 0,0 1 0,0-1 0,-1 1 0,-5 6 0,1-1 0,-1 0 0,0-1 0,-1 0 0,0 0 0,-12 7 0,-6-1 0,0-2 0,0-2 0,-46 10 0,-29 10 0,-24 20-1365,73-25-5461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05.343"/>
    </inkml:context>
    <inkml:brush xml:id="br0">
      <inkml:brushProperty name="width" value="0.05" units="cm"/>
      <inkml:brushProperty name="height" value="0.05" units="cm"/>
      <inkml:brushProperty name="color" value="#E71224"/>
    </inkml:brush>
  </inkml:definitions>
  <inkml:trace contextRef="#ctx0" brushRef="#br0">5 1 24575,'-4'0'0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07.015"/>
    </inkml:context>
    <inkml:brush xml:id="br0">
      <inkml:brushProperty name="width" value="0.05" units="cm"/>
      <inkml:brushProperty name="height" value="0.05" units="cm"/>
      <inkml:brushProperty name="color" value="#E71224"/>
    </inkml:brush>
  </inkml:definitions>
  <inkml:trace contextRef="#ctx0" brushRef="#br0">0 28 24575,'6'-3'0,"0"0"0,1 0 0,-1 0 0,1 1 0,-1 0 0,1 0 0,0 0 0,-1 1 0,1 0 0,0 0 0,0 1 0,11 1 0,-1-2 0,-5 0 0,40-3 0,105 7 0,-153-3 0,-1 0 0,1 1 0,-1 0 0,1-1 0,-1 1 0,1 0 0,-1 1 0,0-1 0,0 1 0,1-1 0,-1 1 0,0 0 0,-1 0 0,1 0 0,0 0 0,0 1 0,-1-1 0,0 1 0,1 0 0,-1 0 0,0-1 0,0 1 0,0 1 0,-1-1 0,1 0 0,-1 0 0,0 1 0,0-1 0,0 0 0,0 1 0,-1-1 0,1 1 0,-1-1 0,0 1 0,0 7 0,-2 10 0,-1 1 0,-1 0 0,0-1 0,-15 38 0,6-15 0,11-33-97,-1 0-1,-1-1 1,0 0-1,0 1 1,-1-2-1,0 1 1,-1 0-1,0-1 1,0 0-1,-1 0 1,0-1-1,-1 0 0,-15 13 1,-6 0-6729</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07.934"/>
    </inkml:context>
    <inkml:brush xml:id="br0">
      <inkml:brushProperty name="width" value="0.05" units="cm"/>
      <inkml:brushProperty name="height" value="0.05" units="cm"/>
      <inkml:brushProperty name="color" value="#E71224"/>
    </inkml:brush>
  </inkml:definitions>
  <inkml:trace contextRef="#ctx0" brushRef="#br0">1 0 24575,'8'0'0,"8"0"0,9 0 0,6 0 0,5 0 0,1 0 0,-2 0 0,3 0 0,-2 5 0,-10 0 0,-24 14 0,-15 7 0,-20 12 0,-7 0 0,-2-3 0,-2-6 0,1-9 0,9-8-8191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20.532"/>
    </inkml:context>
    <inkml:brush xml:id="br0">
      <inkml:brushProperty name="width" value="0.05" units="cm"/>
      <inkml:brushProperty name="height" value="0.05" units="cm"/>
      <inkml:brushProperty name="color" value="#E71224"/>
    </inkml:brush>
  </inkml:definitions>
  <inkml:trace contextRef="#ctx0" brushRef="#br0">552 27 24575,'-6'-4'0,"0"1"0,-1 0 0,1 1 0,-1-1 0,0 1 0,1 0 0,-1 1 0,0 0 0,0 0 0,0 0 0,0 1 0,-9 1 0,-2-2 0,-247-2 0,177 4 0,84-2 0,-1 2 0,0-1 0,1 0 0,-1 1 0,0 0 0,1 0 0,-1 0 0,1 1 0,-1 0 0,1 0 0,0 0 0,0 0 0,-5 4 0,7-5 0,1 1 0,-1-1 0,1 1 0,-1 0 0,1 0 0,0-1 0,0 1 0,0 0 0,0 0 0,0 0 0,0 0 0,1 1 0,-1-1 0,1 0 0,-1 0 0,1 0 0,0 0 0,0 1 0,0-1 0,0 0 0,0 0 0,0 0 0,1 1 0,-1-1 0,1 0 0,0 0 0,-1 0 0,1 0 0,0 0 0,2 3 0,4 7 0,1 1 0,1-1 0,0-1 0,1 0 0,0 0 0,0-1 0,1 0 0,1-1 0,-1 0 0,1-1 0,1 0 0,0-1 0,0 0 0,0-1 0,1 0 0,0-2 0,0 1 0,17 2 0,221 43-1365,-223-47-5461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23.048"/>
    </inkml:context>
    <inkml:brush xml:id="br0">
      <inkml:brushProperty name="width" value="0.05" units="cm"/>
      <inkml:brushProperty name="height" value="0.05" units="cm"/>
      <inkml:brushProperty name="color" value="#E71224"/>
    </inkml:brush>
  </inkml:definitions>
  <inkml:trace contextRef="#ctx0" brushRef="#br0">4 0 24575,'-2'55'0,"0"36"0,3-83 0,-1 0 0,1 1 0,1-1 0,-1 0 0,1 0 0,1 0 0,6 14 0,-8-19 0,1 0 0,-1 0 0,1-1 0,0 1 0,0-1 0,0 1 0,1-1 0,-1 0 0,0 0 0,1 0 0,-1 0 0,1 0 0,0-1 0,0 1 0,0-1 0,-1 1 0,1-1 0,1 0 0,-1 0 0,4 0 0,-2-1 0,0 1 0,1-1 0,-1-1 0,1 1 0,-1-1 0,1 0 0,-1 0 0,0-1 0,0 0 0,0 0 0,6-3 0,0 0 0,0-1 0,-1 0 0,0-1 0,0-1 0,-1 1 0,0-2 0,0 1 0,-1-1 0,0 0 0,9-15 0,-2-10 0,-12 14 0,-3 20 0,0-1 0,0 1 0,0 0 0,0-1 0,0 1 0,0 0 0,0-1 0,-1 1 0,1 0 0,0-1 0,0 1 0,0 0 0,0-1 0,-1 1 0,1 0 0,0 0 0,0-1 0,-1 1 0,1 0 0,0 0 0,0 0 0,-1-1 0,1 1 0,0 0 0,-1 0 0,1 0 0,0 0 0,-1 0 0,1-1 0,0 1 0,-1 0 0,1 0 0,0 0 0,-1 0 0,1 0 0,0 0 0,-1 0 0,0 0 0,-1 1 0,0 0 0,0 0 0,0 0 0,0 0 0,0 0 0,0 1 0,1-1 0,-1 1 0,0-1 0,1 1 0,-1-1 0,1 1 0,-1 0 0,1 0 0,0 0 0,0 0 0,0 0 0,0 0 0,0 0 0,0 0 0,0 0 0,0 4 0,-12 55 0,12-58 0,-5 54-544,2 109 0,5-158 267,-1 30-6549</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27.450"/>
    </inkml:context>
    <inkml:brush xml:id="br0">
      <inkml:brushProperty name="width" value="0.05" units="cm"/>
      <inkml:brushProperty name="height" value="0.05" units="cm"/>
      <inkml:brushProperty name="color" value="#E71224"/>
    </inkml:brush>
  </inkml:definitions>
  <inkml:trace contextRef="#ctx0" brushRef="#br0">26 0 24575,'-4'9'0,"-2"28"0,1 17 0,1 17 0,1 8 0,1 1 0,1 7 0,0-2 0,1-11 0,0-5 0,1-37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28.789"/>
    </inkml:context>
    <inkml:brush xml:id="br0">
      <inkml:brushProperty name="width" value="0.05" units="cm"/>
      <inkml:brushProperty name="height" value="0.05" units="cm"/>
      <inkml:brushProperty name="color" value="#E71224"/>
    </inkml:brush>
  </inkml:definitions>
  <inkml:trace contextRef="#ctx0" brushRef="#br0">225 1 24575,'28'0'0,"48"1"0,-72-1 0,0 1 0,-1 0 0,1 0 0,0 0 0,0 0 0,-1 0 0,1 1 0,-1-1 0,1 1 0,-1 0 0,0 0 0,1 0 0,-1 1 0,0-1 0,4 6 0,-6-8 0,-1 1 0,1 0 0,-1 0 0,1 0 0,-1 0 0,1 0 0,-1 0 0,0 0 0,1 0 0,-1 0 0,0 0 0,0 0 0,0 0 0,0 0 0,0 0 0,0 0 0,0 0 0,0 0 0,0 0 0,0 0 0,0 0 0,-1 0 0,1 0 0,-1 2 0,-21 22 0,-34 11 0,36-28 0,0 0 0,0-1 0,-1-1 0,-22 3 0,-53 16 0,46-4-1365,7-1-5461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30.888"/>
    </inkml:context>
    <inkml:brush xml:id="br0">
      <inkml:brushProperty name="width" value="0.05" units="cm"/>
      <inkml:brushProperty name="height" value="0.05" units="cm"/>
      <inkml:brushProperty name="color" value="#E71224"/>
    </inkml:brush>
  </inkml:definitions>
  <inkml:trace contextRef="#ctx0" brushRef="#br0">136 1 24575,'-74'5'0,"71"-4"0,-1-1 0,0 1 0,1 0 0,0 0 0,-1 0 0,1 0 0,0 1 0,-1-1 0,1 1 0,0 0 0,0 0 0,0 0 0,1 0 0,-1 0 0,0 1 0,1-1 0,-4 6 0,5-7 0,1-1 0,0 1 0,-1-1 0,1 1 0,0 0 0,0-1 0,0 1 0,-1 0 0,1-1 0,0 1 0,0 0 0,0-1 0,0 1 0,0 0 0,0-1 0,0 1 0,1 0 0,-1-1 0,0 1 0,0 0 0,0-1 0,1 1 0,-1-1 0,0 1 0,0-1 0,1 1 0,-1 0 0,1-1 0,0 1 0,21 11 0,29-5 0,-8-6 0,-30-2 0,-1 1 0,0 1 0,1 0 0,-1 0 0,0 1 0,0 1 0,0 0 0,0 1 0,14 6 0,8 9-1365,-3 1-5461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35.078"/>
    </inkml:context>
    <inkml:brush xml:id="br0">
      <inkml:brushProperty name="width" value="0.05" units="cm"/>
      <inkml:brushProperty name="height" value="0.05" units="cm"/>
      <inkml:brushProperty name="color" value="#E71224"/>
    </inkml:brush>
  </inkml:definitions>
  <inkml:trace contextRef="#ctx0" brushRef="#br0">4 0 24575,'-1'42'0,"-1"-17"0,2-1 0,1 1 0,6 39 0,-7-60 0,1 1 0,0 0 0,0-1 0,1 1 0,-1-1 0,1 1 0,0-1 0,0 0 0,1 1 0,-1-1 0,1 0 0,0-1 0,0 1 0,0-1 0,1 1 0,-1-1 0,1 0 0,0 0 0,0 0 0,0-1 0,0 1 0,0-1 0,0 0 0,7 2 0,-6-3 0,1 0 0,-1-1 0,1 0 0,0 1 0,-1-2 0,1 1 0,-1-1 0,1 0 0,-1 0 0,1 0 0,-1-1 0,0 0 0,1 0 0,-1 0 0,0-1 0,5-3 0,-6 4 0,0 0 0,-1-1 0,1 1 0,-1-1 0,0 0 0,0 0 0,0 0 0,0 0 0,0-1 0,-1 1 0,1-1 0,-1 1 0,0-1 0,0 0 0,-1 0 0,1 0 0,-1 0 0,0 0 0,0 0 0,0-1 0,0-5 0,-1 1 0,-1 0 0,-1 1 0,0-1 0,0 0 0,-7-16 0,9 25 0,0-1 0,0 1 0,0-1 0,0 1 0,0-1 0,0 1 0,0-1 0,0 1 0,-1-1 0,1 1 0,0-1 0,0 1 0,-1 0 0,1-1 0,0 1 0,0-1 0,-1 1 0,1 0 0,-1-1 0,1 1 0,0 0 0,-1-1 0,1 1 0,-1 0 0,1 0 0,0 0 0,-1-1 0,1 1 0,-1 0 0,1 0 0,-1 0 0,1 0 0,-1 0 0,1 0 0,-1 0 0,1 0 0,-1 0 0,0 0 0,-9 19 0,0 34 0,-14 202-1365,21-212-5461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41.012"/>
    </inkml:context>
    <inkml:brush xml:id="br0">
      <inkml:brushProperty name="width" value="0.05" units="cm"/>
      <inkml:brushProperty name="height" value="0.05" units="cm"/>
      <inkml:brushProperty name="color" value="#E71224"/>
    </inkml:brush>
  </inkml:definitions>
  <inkml:trace contextRef="#ctx0" brushRef="#br0">766 1 24575,'-39'1'0,"-51"10"0,-20 1 0,67-11 0,17-1 0,-1 1 0,1 1 0,-1 1 0,1 1 0,0 2 0,-25 8 0,17-2 0,20-8 0,-1 2 0,1-1 0,-25 15 0,35-17 0,-1 1 0,1-1 0,0 1 0,0-1 0,0 1 0,0 1 0,1-1 0,0 0 0,0 1 0,0 0 0,0 0 0,1 0 0,-1 0 0,-1 8 0,-4 7 0,0 0 0,-21 35 0,20-40 0,1 0 0,0 1 0,1-1 0,1 2 0,-8 29 0,11-31 0,1 1 0,0-1 0,1 0 0,0 0 0,2 1 0,0-1 0,4 25 0,-4-35 0,1 1 0,0-1 0,0 0 0,0 0 0,1-1 0,-1 1 0,1 0 0,0-1 0,0 0 0,1 0 0,-1 0 0,1 0 0,0 0 0,0-1 0,0 1 0,1-1 0,-1 0 0,1-1 0,0 1 0,0-1 0,0 0 0,0 0 0,0 0 0,0-1 0,6 2 0,30 2 0,0 0 0,1-3 0,0-2 0,56-6 0,11 1 0,-24 4-1365,-50 1-5461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43.048"/>
    </inkml:context>
    <inkml:brush xml:id="br0">
      <inkml:brushProperty name="width" value="0.05" units="cm"/>
      <inkml:brushProperty name="height" value="0.05" units="cm"/>
      <inkml:brushProperty name="color" value="#E71224"/>
    </inkml:brush>
  </inkml:definitions>
  <inkml:trace contextRef="#ctx0" brushRef="#br0">457 1 24575,'-21'1'0,"0"1"0,-29 6 0,-31 4 0,27-12 0,35 0 0,-1 0 0,0 0 0,0 2 0,-20 4 0,36-5 0,-1 1 0,1-1 0,-1 1 0,1-1 0,0 1 0,0 0 0,0 1 0,0-1 0,0 1 0,0 0 0,1 0 0,-1 0 0,1 0 0,0 0 0,0 1 0,0 0 0,0-1 0,0 1 0,1 0 0,0 0 0,0 1 0,-2 4 0,-1 10 0,0 0 0,2 1 0,0-1 0,1 1 0,1 19 0,7 103 0,-3-90 0,-3-51 0,0 1 0,0-1 0,0 1 0,0-1 0,0 1 0,0-1 0,0 1 0,0-1 0,1 1 0,-1-1 0,0 1 0,1-1 0,-1 1 0,1-1 0,0 0 0,0 1 0,-1-1 0,1 0 0,0 1 0,0-1 0,0 0 0,2 1 0,-1-2 0,0 0 0,0 0 0,0 0 0,0-1 0,0 1 0,0-1 0,0 1 0,0-1 0,0 0 0,0 0 0,0 0 0,-1 0 0,3-1 0,5-2 0,8-4 0,0 1 0,1 0 0,0 1 0,0 2 0,0 0 0,1 0 0,-1 2 0,1 0 0,0 1 0,-1 1 0,20 3 0,-34-2 0,0 0 0,0 0 0,0 0 0,0 1 0,0 0 0,0 0 0,0 0 0,-1 0 0,1 0 0,-1 1 0,0 0 0,0-1 0,0 1 0,0 0 0,0 1 0,0-1 0,-1 0 0,0 1 0,1 0 0,-1-1 0,-1 1 0,1 0 0,0 0 0,-1 0 0,0 0 0,0 0 0,1 8 0,1 11 0,-1 1 0,-1 0 0,-4 44 0,1-32 0,2 12 0,0-26 0,0 1 0,-1 0 0,-1 0 0,-8 31 0,9-48 0,-1-1 0,0 1 0,0-1 0,-1 0 0,1 0 0,-1 0 0,0 0 0,0 0 0,-1 0 0,1-1 0,-1 0 0,0 0 0,0 0 0,-1 0 0,1-1 0,-1 1 0,0-1 0,0 0 0,0-1 0,0 1 0,0-1 0,-9 3 0,-10-1-11,0 0 0,0-1 0,0-2 0,0 0-1,0-1 1,-26-5 0,-14 1-1276,41 4-5539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2:47.797"/>
    </inkml:context>
    <inkml:brush xml:id="br0">
      <inkml:brushProperty name="width" value="0.05" units="cm"/>
      <inkml:brushProperty name="height" value="0.05" units="cm"/>
      <inkml:brushProperty name="color" value="#E71224"/>
    </inkml:brush>
  </inkml:definitions>
  <inkml:trace contextRef="#ctx0" brushRef="#br0">234 0 24575,'4'5'0,"2"5"0,-5 1 0,-7-1 0,-11-3 0,-11-2 0,-5-2 0,-6-1 0,-4-2 0,0 0 0,7 0-8191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5:15.921"/>
    </inkml:context>
    <inkml:brush xml:id="br0">
      <inkml:brushProperty name="width" value="0.05" units="cm"/>
      <inkml:brushProperty name="height" value="0.05" units="cm"/>
      <inkml:brushProperty name="color" value="#E71224"/>
    </inkml:brush>
  </inkml:definitions>
  <inkml:trace contextRef="#ctx0" brushRef="#br0">3 1 24575,'-1'54'0,"-1"-20"0,3-1 0,6 56 0,-5-79 0,0 0 0,1 0 0,0 0 0,0-1 0,1 1 0,0-1 0,1 0 0,0 0 0,0-1 0,1 0 0,0 0 0,0 0 0,10 9 0,-6-9 0,0-1 0,0 0 0,1 0 0,0-1 0,0-1 0,1 1 0,0-2 0,-1 0 0,2 0 0,-1-1 0,25 3 0,-15-4 0,1-1 0,-1 0 0,1-2 0,-1-1 0,42-8 0,-60 9 3,1-1 0,-1 1-1,0-1 1,0 0 0,0 0-1,0 0 1,0-1 0,0 0-1,-1 1 1,1-1 0,-1-1-1,1 1 1,-1 0 0,-1-1 0,1 1-1,0-1 1,-1 0 0,1 0-1,-1 0 1,-1 0 0,1-1-1,0 1 1,-1 0 0,0-1-1,0 1 1,1-8 0,0-13-133,0 0 1,-1-1-1,-6-43 0,3 27-789,0 0-5907</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5:16.915"/>
    </inkml:context>
    <inkml:brush xml:id="br0">
      <inkml:brushProperty name="width" value="0.05" units="cm"/>
      <inkml:brushProperty name="height" value="0.05" units="cm"/>
      <inkml:brushProperty name="color" value="#E71224"/>
    </inkml:brush>
  </inkml:definitions>
  <inkml:trace contextRef="#ctx0" brushRef="#br0">1 1 24575,'4'9'0,"10"2"0,8 0 0,8-2 0,3-3 0,-4-2-8191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5:19.219"/>
    </inkml:context>
    <inkml:brush xml:id="br0">
      <inkml:brushProperty name="width" value="0.05" units="cm"/>
      <inkml:brushProperty name="height" value="0.05" units="cm"/>
      <inkml:brushProperty name="color" value="#E71224"/>
    </inkml:brush>
  </inkml:definitions>
  <inkml:trace contextRef="#ctx0" brushRef="#br0">35 484 24575,'-1'14'0,"-1"-1"0,-1 1 0,-7 23 0,6-24 0,0 0 0,0 0 0,2 1 0,0-1 0,-1 25 0,3-34 0,1-1 0,-1 0 0,1 0 0,0 0 0,0 0 0,0 0 0,0 0 0,0 0 0,0 0 0,1 0 0,0-1 0,-1 1 0,1-1 0,0 1 0,0-1 0,1 0 0,-1 1 0,0-1 0,1 0 0,-1 0 0,1-1 0,0 1 0,-1-1 0,1 1 0,0-1 0,0 0 0,0 0 0,0 0 0,6 1 0,30 4 0,0-2 0,0-2 0,0-1 0,78-9 0,-101 6 0,-10 2 0,0-1 0,1 0 0,-1-1 0,0 0 0,0 0 0,0 0 0,0 0 0,-1-1 0,1 0 0,6-5 0,-10 7 0,0-1 0,-1 1 0,1 0 0,-1-1 0,0 1 0,1 0 0,-1-1 0,0 0 0,0 1 0,0-1 0,0 0 0,0 1 0,-1-1 0,1 0 0,0 0 0,-1 0 0,1 0 0,-1 1 0,0-1 0,0 0 0,1 0 0,-1 0 0,-1 0 0,1 0 0,0 0 0,0 0 0,-1 0 0,1 0 0,-1 0 0,1 1 0,-1-1 0,0 0 0,0 0 0,0 1 0,0-1 0,0 0 0,0 1 0,-2-3 0,-10-9 0,-1 0 0,-1 0 0,0 2 0,0 0 0,-1 0 0,-1 1 0,1 1 0,-2 1 0,1 1 0,-26-8 0,-19 5 0,46 9 0,1-1 0,0-1 0,0 0 0,-28-10 0,40 12 0,0-1 0,0 1 0,0-1 0,0 1 0,1-1 0,-1 0 0,1 0 0,-1 0 0,1-1 0,0 1 0,0-1 0,0 1 0,0-1 0,0 1 0,1-1 0,-1 0 0,1 0 0,-1 0 0,1 0 0,0 0 0,0 0 0,1 0 0,-1-1 0,1 1 0,-1 0 0,1 0 0,0-1 0,1-2 0,1-11 0,1 0 0,0 1 0,1 0 0,1 0 0,1 0 0,0 0 0,12-20 0,3-1 0,46-63 0,9 13-1365,-41 48-5461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5:22.033"/>
    </inkml:context>
    <inkml:brush xml:id="br0">
      <inkml:brushProperty name="width" value="0.05" units="cm"/>
      <inkml:brushProperty name="height" value="0.05" units="cm"/>
      <inkml:brushProperty name="color" value="#E71224"/>
    </inkml:brush>
  </inkml:definitions>
  <inkml:trace contextRef="#ctx0" brushRef="#br0">2 150 24575,'-1'82'0,"2"92"0,0-165 0,1 0 0,0 0 0,0-1 0,1 1 0,0-1 0,0 1 0,1-1 0,0 0 0,0-1 0,1 1 0,0-1 0,1 0 0,-1 0 0,8 7 0,11 9 0,1-1 0,38 25 0,-57-42 0,1 0 0,0-1 0,-1 0 0,1 0 0,1 0 0,-1-1 0,0 0 0,1 0 0,0-1 0,-1 0 0,1 0 0,0-1 0,0 0 0,0-1 0,0 1 0,0-2 0,13-1 0,-9 0 0,0-1 0,0-1 0,0-1 0,-1 1 0,1-2 0,-1 1 0,0-2 0,-1 1 0,19-16 0,-15 11 0,-1-1 0,0 0 0,-1-1 0,0-1 0,-1 0 0,-1 0 0,0-1 0,-1 0 0,0-1 0,9-24 0,-10 16 0,-1 0 0,-2 0 0,0-1 0,-2 0 0,0 0 0,-2-46 0,-7-136 0,4 275 0,-1 67 0,4-115 0,0 1 0,1-1 0,2 0 0,7 30 0,-9-45-76,0 0 1,1 0-1,-1-1 0,1 1 0,0-1 0,0 0 0,0 1 0,1-1 1,-1 0-1,1-1 0,0 1 0,0-1 0,0 0 0,1 0 1,-1 0-1,1 0 0,9 3 0,18 7-6750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5:26.119"/>
    </inkml:context>
    <inkml:brush xml:id="br0">
      <inkml:brushProperty name="width" value="0.05" units="cm"/>
      <inkml:brushProperty name="height" value="0.05" units="cm"/>
      <inkml:brushProperty name="color" value="#E71224"/>
    </inkml:brush>
  </inkml:definitions>
  <inkml:trace contextRef="#ctx0" brushRef="#br0">0 73 24575,'1'-1'0,"-1"1"0,1-1 0,-1 0 0,0 0 0,1 0 0,-1 0 0,1 1 0,0-1 0,-1 0 0,1 1 0,0-1 0,-1 0 0,1 1 0,0-1 0,0 1 0,-1-1 0,1 1 0,0-1 0,0 1 0,0 0 0,0-1 0,0 1 0,0 0 0,0 0 0,1 0 0,29-5 0,-26 4 0,86-5 0,-68 6 0,0-1 0,0-1 0,-1-1 0,1-1 0,-1-1 0,42-15 0,-60 18 0,-1 0 0,1 0 0,0 1 0,0 0 0,-1 0 0,1 0 0,0 0 0,0 1 0,0-1 0,0 1 0,0 0 0,0 0 0,0 1 0,0-1 0,0 1 0,0 0 0,0 0 0,0 0 0,-1 0 0,6 3 0,-6-2 0,1 1 0,-1 0 0,0 0 0,0 0 0,0 1 0,0-1 0,0 1 0,-1-1 0,0 1 0,1 0 0,-1 0 0,-1 0 0,1 0 0,-1 1 0,1-1 0,-1 0 0,0 0 0,0 8 0,0-1 0,0 1 0,-1-1 0,0 1 0,-1-1 0,0 0 0,-1 1 0,0-1 0,-5 15 0,-6 9 0,-21 42 0,21-51 0,1 2 0,1-1 0,-7 33 0,-14 150-1365,23-173-5461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5:39.847"/>
    </inkml:context>
    <inkml:brush xml:id="br0">
      <inkml:brushProperty name="width" value="0.05" units="cm"/>
      <inkml:brushProperty name="height" value="0.05" units="cm"/>
      <inkml:brushProperty name="color" value="#E71224"/>
    </inkml:brush>
  </inkml:definitions>
  <inkml:trace contextRef="#ctx0" brushRef="#br0">6 0 24575,'-3'128'0,"1"-37"0,8 93 0,-5-178 0,1 0 0,0 0 0,0 0 0,0 0 0,0 0 0,1 0 0,0-1 0,0 1 0,1-1 0,0 0 0,0 0 0,0 0 0,0-1 0,1 1 0,-1-1 0,1 0 0,9 6 0,6 2 0,1 0 0,0-1 0,29 10 0,-37-15 0,1-2 0,-1 0 0,1 0 0,0-2 0,0 1 0,0-2 0,0 0 0,17-1 0,-26 0 0,0 0 0,0-1 0,0 0 0,0 0 0,-1 0 0,1 0 0,0-1 0,-1 0 0,1 0 0,-1 0 0,1 0 0,-1-1 0,0 0 0,0 0 0,0 0 0,-1 0 0,1-1 0,-1 1 0,0-1 0,0 0 0,0 0 0,0 0 0,0 0 0,-1-1 0,0 1 0,3-8 0,-1-6 0,0 1 0,-1-1 0,-1 0 0,0 1 0,-1-20 0,-9-93 0,5 88 0,0 150 0,0-78 0,2 1 0,0-1 0,2 1 0,10 53 0,-9-76 10,0-1 0,1 0 0,0 0 0,1 0 0,-1-1 0,1 1 0,0-1 0,1 0 0,0 0 0,0 0 0,10 8 0,-4-5-307,1 0 0,0 0 0,1-1 0,26 11 0,-15-8-6529</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5:42.686"/>
    </inkml:context>
    <inkml:brush xml:id="br0">
      <inkml:brushProperty name="width" value="0.05" units="cm"/>
      <inkml:brushProperty name="height" value="0.05" units="cm"/>
      <inkml:brushProperty name="color" value="#E71224"/>
    </inkml:brush>
  </inkml:definitions>
  <inkml:trace contextRef="#ctx0" brushRef="#br0">261 13 24575,'-1'-1'0,"-1"0"0,1-1 0,-1 1 0,0 0 0,0 0 0,1 0 0,-1 0 0,0 0 0,0 1 0,0-1 0,0 1 0,0-1 0,0 1 0,0-1 0,0 1 0,0 0 0,0 0 0,0 0 0,0 0 0,0 1 0,0-1 0,-3 1 0,-47 20 0,27-10 0,19-9 0,-6 2 0,-1 1 0,1 0 0,0 0 0,0 2 0,-13 8 0,22-12 0,-1 1 0,0-1 0,1 1 0,0 0 0,0 0 0,0 0 0,0 0 0,1 1 0,-1-1 0,1 1 0,0-1 0,1 1 0,-1 0 0,1 0 0,0 0 0,0 0 0,0 5 0,-1 6 0,1 0 0,0 1 0,1-1 0,1 0 0,3 18 0,-3-30 0,0 1 0,0-1 0,0 1 0,1-1 0,0 1 0,-1-1 0,1 0 0,1 0 0,-1 0 0,1 0 0,0 0 0,-1-1 0,2 1 0,-1-1 0,0 1 0,1-1 0,-1 0 0,1-1 0,0 1 0,0-1 0,0 1 0,6 1 0,1 0 0,1 0 0,0-1 0,-1-1 0,1 0 0,0 0 0,0-1 0,0-1 0,0 0 0,0 0 0,0-1 0,0-1 0,14-3 0,-18 2 0,0 0 0,0 0 0,-1 0 0,1-1 0,-1 0 0,0 0 0,0-1 0,0 0 0,-1 0 0,1-1 0,-1 1 0,-1-2 0,1 1 0,-1 0 0,0-1 0,0 0 0,-1 0 0,5-10 0,-5 6 0,0-1 0,0 1 0,-1-1 0,-1 1 0,0-1 0,0 0 0,-1-15 0,-1 20 0,0-1 0,0 1 0,-1-1 0,0 0 0,0 1 0,-1 0 0,0-1 0,0 1 0,-1 0 0,0 0 0,0 0 0,-5-8 0,8 15 0,0 0 0,-1-1 0,1 1 0,0 0 0,0 0 0,0 0 0,0-1 0,0 1 0,0 0 0,-1 0 0,1 0 0,0 0 0,0-1 0,0 1 0,0 0 0,-1 0 0,1 0 0,0 0 0,0 0 0,0 0 0,-1 0 0,1-1 0,0 1 0,0 0 0,0 0 0,-1 0 0,1 0 0,0 0 0,0 0 0,-1 0 0,1 0 0,0 0 0,0 0 0,0 0 0,-1 0 0,1 1 0,0-1 0,0 0 0,-1 0 0,1 0 0,0 0 0,0 0 0,0 0 0,0 0 0,-1 1 0,1-1 0,0 0 0,0 0 0,0 0 0,-7 16 0,1 20 0,5 120 0,3-107 0,-2 1 0,-9 58 0,8-100 0,0 0 0,-1 0 0,0-1 0,0 1 0,-1-1 0,0 1 0,0-1 0,-1 0 0,0 0 0,0-1 0,-1 1 0,0-1 0,0 0 0,0 0 0,-1 0 0,0-1 0,0 0 0,0 0 0,-1-1 0,1 1 0,-1-2 0,0 1 0,0-1 0,-1 0 0,1 0 0,-1-1 0,1 1 0,-15 0 0,9 0-227,1 0-1,0 1 1,0 0-1,0 1 1,-15 8-1,3 2-6598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5:32.988"/>
    </inkml:context>
    <inkml:brush xml:id="br0">
      <inkml:brushProperty name="width" value="0.05" units="cm"/>
      <inkml:brushProperty name="height" value="0.05" units="cm"/>
      <inkml:brushProperty name="color" value="#E71224"/>
    </inkml:brush>
  </inkml:definitions>
  <inkml:trace contextRef="#ctx0" brushRef="#br0">201 102 24575,'-12'0'0,"-4"-1"0,0 1 0,0 1 0,0 0 0,0 1 0,0 1 0,-15 5 0,27-7 0,0 1 0,1-1 0,-1 1 0,1 0 0,-1 1 0,1-1 0,0 1 0,0-1 0,0 1 0,0 0 0,0 0 0,1 0 0,-1 1 0,1-1 0,0 0 0,0 1 0,0 0 0,1-1 0,-1 1 0,1 0 0,0 0 0,0 0 0,0 0 0,0 0 0,1 0 0,0 0 0,-1 0 0,2 8 0,-1-5 0,1 0 0,-1 0 0,2 0 0,-1 0 0,1 0 0,-1 0 0,2 0 0,-1-1 0,1 1 0,0-1 0,1 0 0,-1 1 0,1-1 0,0-1 0,1 1 0,-1-1 0,1 1 0,1-2 0,-1 1 0,0 0 0,1-1 0,8 5 0,-4-4 0,0 0 0,1 0 0,-1-1 0,1-1 0,0 0 0,-1 0 0,1-1 0,1-1 0,-1 0 0,0 0 0,0-1 0,0 0 0,19-4 0,-26 4 0,0-1 0,0 0 0,0 0 0,0 0 0,0-1 0,0 1 0,-1-1 0,1 0 0,0 0 0,-1 0 0,0 0 0,1-1 0,-1 0 0,0 1 0,0-1 0,-1 0 0,1-1 0,0 1 0,-1 0 0,0-1 0,0 1 0,0-1 0,0 0 0,-1 1 0,1-1 0,-1 0 0,2-8 0,-1-7 0,0 0 0,-2 0 0,0 1 0,-4-37 0,1 19 0,2 25-95,-7-53 322,7 60-334,0 0 0,0 0 0,-1 0 0,1 1 0,-1-1 1,0 0-1,0 1 0,0-1 0,-1 1 0,1 0 0,-1 0 0,0 0 0,-4-4 0,-14-7-6719</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5:35.975"/>
    </inkml:context>
    <inkml:brush xml:id="br0">
      <inkml:brushProperty name="width" value="0.05" units="cm"/>
      <inkml:brushProperty name="height" value="0.05" units="cm"/>
      <inkml:brushProperty name="color" value="#E71224"/>
    </inkml:brush>
  </inkml:definitions>
  <inkml:trace contextRef="#ctx0" brushRef="#br0">129 0 24575,'-2'0'0,"0"1"0,0-1 0,-1 1 0,1 0 0,0-1 0,0 1 0,1 0 0,-1 0 0,0 0 0,0 0 0,0 1 0,1-1 0,-1 0 0,0 1 0,1-1 0,0 1 0,-3 3 0,-23 36 0,15-22 0,-4 3 0,12-18 0,0 1 0,0-1 0,0 1 0,1 0 0,0 1 0,0-1 0,0 1 0,1-1 0,-1 1 0,1 0 0,-1 7 0,3-11 0,0-1 0,1 1 0,-1-1 0,0 1 0,1-1 0,-1 1 0,1-1 0,0 0 0,0 1 0,-1-1 0,1 0 0,0 0 0,0 0 0,0 1 0,0-1 0,0 0 0,1 0 0,-1-1 0,0 1 0,0 0 0,1 0 0,-1 0 0,0-1 0,1 1 0,-1-1 0,1 1 0,-1-1 0,0 0 0,1 1 0,-1-1 0,4 0 0,54 4 0,-51-4 0,1 1 0,1-1 0,-1-1 0,1 0 0,-1 0 0,1-1 0,-1 0 0,0-1 0,0 0 0,12-5 0,-17 6 0,-1 0 0,1-1 0,-1 1 0,0-1 0,0 1 0,0-1 0,0 0 0,0-1 0,0 1 0,-1 0 0,0-1 0,1 1 0,-1-1 0,0 0 0,-1 1 0,1-1 0,-1 0 0,0 0 0,0 0 0,0 0 0,0 0 0,-1-1 0,1-6 0,-2 8-47,1 0 0,0 0 0,0 0 0,-1 0 0,0 1 0,1-1 0,-1 0 0,0 0 0,0 0-1,-1 1 1,1-1 0,-1 0 0,1 1 0,-1-1 0,0 1 0,0 0 0,0 0 0,0-1 0,0 1 0,0 1 0,-1-1 0,1 0-1,-1 0 1,1 1 0,-1 0 0,0-1 0,1 1 0,-5-1 0,-26-8-6779</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5:56.973"/>
    </inkml:context>
    <inkml:brush xml:id="br0">
      <inkml:brushProperty name="width" value="0.05" units="cm"/>
      <inkml:brushProperty name="height" value="0.05" units="cm"/>
      <inkml:brushProperty name="color" value="#E71224"/>
    </inkml:brush>
  </inkml:definitions>
  <inkml:trace contextRef="#ctx0" brushRef="#br0">0 1 24575,'20'178'0,"-13"211"0,-8-382 0,1-1 0,1 1 0,0 0 0,0 0 0,0-1 0,1 1 0,-1 0 0,2-1 0,-1 0 0,1 1 0,0-1 0,0 0 0,0 0 0,1-1 0,0 1 0,1-1 0,-1 0 0,1 0 0,0 0 0,0-1 0,0 1 0,9 4 0,-9-6 0,14 11 0,0-1 0,1 0 0,1-2 0,0-1 0,37 14 0,-53-23 0,-1 0 0,1 0 0,0 0 0,0 0 0,0-1 0,-1 0 0,1 0 0,0 0 0,0-1 0,0 1 0,-1-1 0,1 0 0,0-1 0,-1 1 0,1-1 0,-1 0 0,1 0 0,-1 0 0,0-1 0,0 1 0,0-1 0,0 0 0,0 0 0,-1-1 0,1 1 0,-1-1 0,0 0 0,0 1 0,-1-1 0,1-1 0,-1 1 0,1 0 0,-1 0 0,2-9 0,7-16 0,-1 0 0,-1-1 0,-2 0 0,-1 0 0,3-50 0,-7-155 0,-4 139 0,1 191 0,-2-12 0,4 1 0,13 90 0,-13-167 6,1-1-1,-1 1 1,2 0 0,-1 0-1,1-1 1,0 1-1,0-1 1,0 0 0,1 0-1,9 11 1,-1-5-105,0-1 1,1 0 0,16 11 0,3 2-936,-7-4-5792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9:33.275"/>
    </inkml:context>
    <inkml:brush xml:id="br0">
      <inkml:brushProperty name="width" value="0.05" units="cm"/>
      <inkml:brushProperty name="height" value="0.05" units="cm"/>
      <inkml:brushProperty name="color" value="#E71224"/>
    </inkml:brush>
  </inkml:definitions>
  <inkml:trace contextRef="#ctx0" brushRef="#br0">382 20 24575,'0'-1'0,"0"0"0,-1 0 0,1-1 0,-1 2 0,1-1 0,-1 0 0,1 0 0,-1 0 0,0 0 0,1 0 0,-1 0 0,0 1 0,0-1 0,0 0 0,0 0 0,1 1 0,-1-1 0,0 1 0,0-1 0,0 1 0,0-1 0,0 1 0,0 0 0,0-1 0,-1 1 0,1 0 0,0 0 0,0 0 0,0 0 0,0 0 0,0 0 0,-2 0 0,-38 3 0,22 2 0,0 2 0,0 0 0,1 1 0,1 0 0,-1 2 0,1 0 0,1 1 0,0 1 0,0 0 0,1 1 0,1 1 0,0 0 0,1 1 0,1 0 0,0 1 0,1 1 0,1 0 0,-15 31 0,23-41 0,0 0 0,0 0 0,1 0 0,-1 0 0,1 0 0,1 0 0,0 0 0,0 0 0,0 0 0,1 0 0,0 0 0,0 0 0,1 0 0,-1 0 0,2 0 0,-1-1 0,1 1 0,0-1 0,0 1 0,1-1 0,0 0 0,0-1 0,0 1 0,1 0 0,0-1 0,0 0 0,0-1 0,0 1 0,1-1 0,0 0 0,0 0 0,0 0 0,0-1 0,1 0 0,-1-1 0,1 1 0,0-1 0,0 0 0,0-1 0,0 0 0,12 1 0,156-4 66,-91-1-1497,-44 2-5395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9:36.092"/>
    </inkml:context>
    <inkml:brush xml:id="br0">
      <inkml:brushProperty name="width" value="0.05" units="cm"/>
      <inkml:brushProperty name="height" value="0.05" units="cm"/>
      <inkml:brushProperty name="color" value="#E71224"/>
    </inkml:brush>
  </inkml:definitions>
  <inkml:trace contextRef="#ctx0" brushRef="#br0">148 318 24575,'-10'0'0,"0"0"0,0 0 0,0 1 0,0 0 0,0 1 0,1 1 0,-1-1 0,-13 7 0,19-8 0,1 1 0,0 0 0,0 1 0,0-1 0,1 0 0,-1 1 0,0 0 0,1-1 0,0 1 0,-1 0 0,1 0 0,0 0 0,1 1 0,-1-1 0,1 0 0,-1 1 0,1-1 0,0 1 0,0-1 0,0 1 0,1 0 0,-1-1 0,1 1 0,0 0 0,1 6 0,-1-7 0,0 0 0,0 0 0,1 0 0,-1-1 0,1 1 0,0 0 0,-1 0 0,1 0 0,1-1 0,-1 1 0,0 0 0,1-1 0,-1 1 0,1-1 0,0 0 0,0 1 0,0-1 0,0 0 0,0 0 0,3 2 0,0-1 0,1 0 0,-1 0 0,1-1 0,-1 0 0,1 0 0,0 0 0,-1-1 0,1 1 0,9-1 0,3 1 0,1-2 0,-1-1 0,0 0 0,0-1 0,32-8 0,-32 5 0,-1-1 0,1 0 0,-1-2 0,26-14 0,-38 19 0,-1 0 0,1-1 0,-1 1 0,0-1 0,0 0 0,0 0 0,0 0 0,-1 0 0,4-6 0,-6 8 0,0-1 0,0 1 0,0-1 0,0 1 0,0-1 0,-1 1 0,1-1 0,-1 0 0,0 1 0,0-1 0,0 1 0,0-1 0,0 0 0,0 1 0,-1-1 0,1 0 0,-1 1 0,0-1 0,-1-4 0,-1 3 0,1 1 0,0 0 0,-1-1 0,0 1 0,1 0 0,-1 0 0,-1 1 0,1-1 0,0 1 0,-1-1 0,1 1 0,-1 0 0,1 0 0,-1 1 0,0-1 0,0 1 0,0 0 0,0 0 0,0 0 0,0 0 0,0 1 0,0-1 0,-5 2 0,-6-2 0,-1 1 0,1 1 0,0 1 0,0 0 0,-16 4 0,-11 9 0,31-11 0,0 1 0,0-2 0,0 0 0,-1 0 0,-23 2 0,33-5 0,0 0 0,0 0 0,0-1 0,-1 1 0,1 0 0,0-1 0,0 0 0,0 0 0,0 1 0,0-1 0,0 0 0,0 0 0,1-1 0,-1 1 0,0 0 0,0-1 0,1 1 0,-1-1 0,1 1 0,-1-1 0,1 0 0,0 0 0,0 0 0,0 1 0,0-1 0,0 0 0,0 0 0,0 0 0,1-1 0,-1 1 0,1 0 0,-1 0 0,1 0 0,0 0 0,0-1 0,0 1 0,0-3 0,1-7 0,0 1 0,0 0 0,1 0 0,0 0 0,1 0 0,1 0 0,-1 1 0,2-1 0,-1 1 0,1 0 0,1 0 0,0 1 0,0-1 0,1 1 0,0 1 0,1-1 0,0 1 0,0 1 0,0-1 0,1 1 0,0 1 0,1 0 0,0 0 0,0 1 0,0 0 0,0 1 0,13-4 0,109-22-1365,-93 21-5461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9:44.520"/>
    </inkml:context>
    <inkml:brush xml:id="br0">
      <inkml:brushProperty name="width" value="0.05" units="cm"/>
      <inkml:brushProperty name="height" value="0.05" units="cm"/>
      <inkml:brushProperty name="color" value="#E71224"/>
    </inkml:brush>
  </inkml:definitions>
  <inkml:trace contextRef="#ctx0" brushRef="#br0">536 1 24575,'-68'0'0,"-111"14"0,158-11 0,0 1 0,0 1 0,0 1 0,1 1 0,0 1 0,1 0 0,-1 2 0,2 0 0,-26 18 0,38-23 0,0 0 0,0 0 0,1 0 0,-1 1 0,1 0 0,1 0 0,-1 0 0,1 1 0,-6 10 0,9-13 0,0-1 0,0 0 0,0 1 0,0-1 0,0 1 0,1 0 0,-1-1 0,1 1 0,0 0 0,0-1 0,1 1 0,-1-1 0,1 1 0,-1-1 0,1 1 0,0-1 0,1 1 0,-1-1 0,0 0 0,1 1 0,0-1 0,2 4 0,4 3 0,0 0 0,0 0 0,1 0 0,0-1 0,1 0 0,-1-1 0,2 0 0,-1-1 0,1 0 0,1 0 0,-1-1 0,1-1 0,0 0 0,0 0 0,0-1 0,1-1 0,0 0 0,-1-1 0,21 1 0,284 20 0,-314-23 0,38 3-1365,-6 3-5461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9:46.298"/>
    </inkml:context>
    <inkml:brush xml:id="br0">
      <inkml:brushProperty name="width" value="0.05" units="cm"/>
      <inkml:brushProperty name="height" value="0.05" units="cm"/>
      <inkml:brushProperty name="color" value="#E71224"/>
    </inkml:brush>
  </inkml:definitions>
  <inkml:trace contextRef="#ctx0" brushRef="#br0">1 1 24575,'346'0'0,"-339"0"0,0 0 0,0 0 0,0 1 0,0 0 0,0 0 0,0 0 0,0 1 0,-1 0 0,1 1 0,0-1 0,8 6 0,-11-5 0,-1 0 0,1 0 0,-1 1 0,0-1 0,0 1 0,0-1 0,-1 1 0,1 0 0,-1 0 0,0 0 0,0 0 0,0 1 0,0-1 0,-1 1 0,0-1 0,0 1 0,0-1 0,0 6 0,1 9 10,-1-1 0,-1 0 0,0 1 0,-1-1 0,-1 1 0,-1-1 0,-1 0 0,0 0 0,-1 0 0,-1-1 0,-16 33 0,3-16-307,-2-2 0,0 0 0,-2-1 0,-46 46 0,44-51-6529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9:52.444"/>
    </inkml:context>
    <inkml:brush xml:id="br0">
      <inkml:brushProperty name="width" value="0.05" units="cm"/>
      <inkml:brushProperty name="height" value="0.05" units="cm"/>
      <inkml:brushProperty name="color" value="#E71224"/>
    </inkml:brush>
  </inkml:definitions>
  <inkml:trace contextRef="#ctx0" brushRef="#br0">540 25 24575,'-4'-3'0,"1"0"0,-1 1 0,0-1 0,0 1 0,-1 0 0,1 0 0,0 1 0,-1-1 0,1 1 0,-1 0 0,1 0 0,-1 1 0,1-1 0,-6 1 0,-65 4 0,45 2 0,-1 2 0,1 1 0,1 1 0,-1 1 0,2 2 0,0 1 0,0 1 0,2 1 0,0 1 0,-33 29 0,55-43 0,-1 1 0,1 0 0,0 0 0,1 1 0,-1-1 0,1 1 0,0 0 0,0 0 0,0 0 0,0 0 0,1 0 0,0 0 0,0 1 0,1-1 0,-1 1 0,1 0 0,0-1 0,1 1 0,-1 0 0,1-1 0,0 1 0,1 0 0,-1 0 0,1-1 0,0 1 0,1-1 0,0 1 0,-1-1 0,1 1 0,1-1 0,-1 0 0,1 0 0,0 0 0,0 0 0,1-1 0,-1 1 0,1-1 0,0 0 0,0 0 0,1 0 0,-1-1 0,1 1 0,0-1 0,5 3 0,11 6 1,1-1 0,0-1 0,0-1 0,1-1-1,0-1 1,0-1 0,34 4 0,19-2 3,77-2 0,35 3-1384,-148-3-5446</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9:54.313"/>
    </inkml:context>
    <inkml:brush xml:id="br0">
      <inkml:brushProperty name="width" value="0.05" units="cm"/>
      <inkml:brushProperty name="height" value="0.05" units="cm"/>
      <inkml:brushProperty name="color" value="#E71224"/>
    </inkml:brush>
  </inkml:definitions>
  <inkml:trace contextRef="#ctx0" brushRef="#br0">187 1 24575,'-12'-1'0,"1"1"0,0 1 0,0 0 0,0 0 0,0 1 0,0 1 0,-14 5 0,20-6 0,0 1 0,1-1 0,-1 1 0,1 0 0,0 1 0,0-1 0,0 1 0,0 0 0,1 0 0,0 0 0,-1 0 0,2 0 0,-1 1 0,0 0 0,1-1 0,0 1 0,0 0 0,-1 5 0,-2 4 0,2 0 0,-1 0 0,2 0 0,0 0 0,1 0 0,0 1 0,2 17 0,-1-27 0,1-1 0,-1 1 0,1 0 0,0-1 0,0 1 0,0 0 0,1-1 0,-1 1 0,1-1 0,0 0 0,1 0 0,-1 0 0,1 0 0,0 0 0,-1 0 0,2 0 0,-1-1 0,0 0 0,1 0 0,0 0 0,-1 0 0,1 0 0,0-1 0,8 4 0,-1-2 0,0-1 0,0 0 0,1-1 0,-1 0 0,1-1 0,0 0 0,-1-1 0,1 0 0,-1-1 0,1 0 0,-1-1 0,16-4 0,-24 5 0,-1-1 0,1 0 0,-1 0 0,0 1 0,1-1 0,-1-1 0,0 1 0,0 0 0,-1 0 0,1-1 0,0 1 0,-1-1 0,1 1 0,-1-1 0,0 0 0,0 0 0,0 0 0,0 1 0,-1-1 0,1 0 0,0-4 0,1-70 0,-2 61 0,-4-117-1365,3 98-5461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9:56.190"/>
    </inkml:context>
    <inkml:brush xml:id="br0">
      <inkml:brushProperty name="width" value="0.05" units="cm"/>
      <inkml:brushProperty name="height" value="0.05" units="cm"/>
      <inkml:brushProperty name="color" value="#E71224"/>
    </inkml:brush>
  </inkml:definitions>
  <inkml:trace contextRef="#ctx0" brushRef="#br0">184 1 24575,'-1'1'0,"1"1"0,0 0 0,0-1 0,-1 1 0,1-1 0,-1 1 0,0-1 0,1 1 0,-1-1 0,0 1 0,0-1 0,0 0 0,0 0 0,0 1 0,0-1 0,0 0 0,0 0 0,-1 0 0,1 0 0,0 0 0,-2 1 0,-38 18 0,6-3 0,27-11 0,1 1 0,-1 0 0,2 0 0,-1 1 0,1 0 0,0 0 0,1 0 0,0 1 0,0 0 0,1 0 0,0 0 0,0 0 0,1 1 0,-3 18 0,4-23 0,2 1 0,-1-1 0,0 0 0,1 1 0,0-1 0,0 1 0,1-1 0,0 0 0,0 1 0,0-1 0,0 0 0,1 0 0,0 0 0,0 0 0,0 0 0,1 0 0,-1-1 0,1 1 0,0-1 0,1 1 0,-1-1 0,1 0 0,-1 0 0,1-1 0,1 1 0,-1-1 0,0 0 0,1 0 0,5 2 0,-5-2 0,1-1 0,0 0 0,0-1 0,-1 1 0,1-1 0,0 0 0,0-1 0,0 1 0,0-1 0,0 0 0,0-1 0,0 0 0,0 1 0,0-2 0,0 1 0,0-1 0,-1 0 0,1 0 0,-1-1 0,1 1 0,-1-1 0,0 0 0,0-1 0,0 1 0,0-1 0,4-5 0,0 1 0,-1 0 0,0-1 0,-1 0 0,1-1 0,-2 0 0,1 0 0,-1 0 0,-1-1 0,0 0 0,0 0 0,-1 0 0,3-16 0,-5 16 24,0 0 0,-1-1 0,0 1 0,-1-21 0,-1 29-95,1-1 1,-1 1-1,1 0 0,-1-1 0,0 1 1,0 0-1,0 0 0,-1-1 1,1 1-1,-1 0 0,0 1 0,0-1 1,0 0-1,0 0 0,0 1 1,0-1-1,-1 1 0,1 0 0,-1 0 1,-3-2-1,-16-7-6755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09:58.634"/>
    </inkml:context>
    <inkml:brush xml:id="br0">
      <inkml:brushProperty name="width" value="0.05" units="cm"/>
      <inkml:brushProperty name="height" value="0.05" units="cm"/>
      <inkml:brushProperty name="color" value="#E71224"/>
    </inkml:brush>
  </inkml:definitions>
  <inkml:trace contextRef="#ctx0" brushRef="#br0">494 24 24575,'-174'-13'0,"124"7"0,0 2 0,-78 3 0,124 1 0,0 1 0,0 0 0,0-1 0,0 1 0,1 0 0,-1 1 0,0-1 0,1 1 0,-1 0 0,1 0 0,-1 0 0,1 0 0,0 0 0,0 1 0,0-1 0,0 1 0,1 0 0,-4 4 0,3-3 0,0 2 0,0-1 0,1 0 0,-1 1 0,1-1 0,0 1 0,1-1 0,0 1 0,0 0 0,0 0 0,0 8 0,1-6 0,0 1 0,0 0 0,1 0 0,0 0 0,1-1 0,0 1 0,0-1 0,1 1 0,0-1 0,0 0 0,1 0 0,0 0 0,1 0 0,-1-1 0,1 0 0,9 10 0,20 8 0,0-1 0,1-1 0,2-2 0,0-2 0,40 15 0,-16-6 0,-31-17-151,-1-1-1,1-1 0,1-2 0,-1-1 1,1-1-1,0-2 0,1-1 1,39-3-1,-22 0-6674</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1-10T18:10:01.102"/>
    </inkml:context>
    <inkml:brush xml:id="br0">
      <inkml:brushProperty name="width" value="0.05" units="cm"/>
      <inkml:brushProperty name="height" value="0.05" units="cm"/>
      <inkml:brushProperty name="color" value="#E71224"/>
    </inkml:brush>
  </inkml:definitions>
  <inkml:trace contextRef="#ctx0" brushRef="#br0">249 0 24575,'-18'27'0,"2"-5"0,1 1 0,1 0 0,-10 26 0,21-44 0,1 0 0,0 1 0,0-1 0,1 0 0,0 1 0,0 0 0,0-1 0,0 1 0,1 0 0,0-1 0,0 1 0,0 0 0,1-1 0,0 1 0,0 0 0,1-1 0,-1 1 0,1-1 0,0 0 0,3 6 0,-2-7 0,-1-1 0,1 1 0,0-1 0,0 1 0,0-1 0,1 0 0,-1-1 0,1 1 0,-1 0 0,1-1 0,0 0 0,0 0 0,0 0 0,0 0 0,0-1 0,1 1 0,-1-1 0,0 0 0,1-1 0,-1 1 0,0-1 0,1 1 0,-1-2 0,1 1 0,-1 0 0,8-2 0,-4 0 0,0 0 0,0 0 0,-1-1 0,1 0 0,-1 0 0,1-1 0,-1 0 0,0 0 0,-1 0 0,1-1 0,-1 0 0,0-1 0,9-9 0,-12 11 0,0 0 0,0 0 0,0-1 0,-1 1 0,1-1 0,-1 0 0,0 1 0,-1-1 0,1 0 0,-1 0 0,0 0 0,0 0 0,-1 0 0,1 0 0,-1 0 0,0-1 0,0 1 0,-1 0 0,-2-9 0,1 5 0,-1 0 0,-1 0 0,0 1 0,0 0 0,0-1 0,-1 2 0,0-1 0,-1 0 0,-12-12 0,18 20 0,0 0 0,0-1 0,0 1 0,0 0 0,0 0 0,0 0 0,0 0 0,0-1 0,0 1 0,0 0 0,-1 0 0,1 0 0,0 0 0,0 0 0,0 0 0,0-1 0,0 1 0,0 0 0,0 0 0,-1 0 0,1 0 0,0 0 0,0 0 0,0 0 0,0 0 0,0 0 0,-1-1 0,1 1 0,0 0 0,0 0 0,0 0 0,0 0 0,-1 0 0,1 0 0,0 0 0,0 0 0,0 0 0,0 0 0,-1 0 0,1 0 0,0 1 0,0-1 0,0 0 0,0 0 0,-1 0 0,1 0 0,0 0 0,0 0 0,0 0 0,0 0 0,0 0 0,0 0 0,-1 1 0,1-1 0,0 0 0,0 0 0,1 14 0,7 16 0,1 14 0,-1 1 0,-2 0 0,-2 0 0,-2 0 0,-6 62 0,2-22 0,3-78 0,-1-1 0,-1 0 0,1 0 0,-1 1 0,0-1 0,0 0 0,-1 0 0,0 0 0,0 0 0,0 0 0,-1-1 0,0 1 0,0-1 0,0 1 0,-1-1 0,1 0 0,-1 0 0,-1-1 0,1 1 0,-1-1 0,1 0 0,-1 0 0,0-1 0,-1 1 0,1-1 0,-1 0 0,1 0 0,-1-1 0,0 0 0,0 0 0,0 0 0,-7 0 0,-19 2-46,1-1-1,-1-1 1,-46-5 0,31 1-1134,12 1-5646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2099FE-BD50-44B8-AFFD-73D435E1F60D}" type="datetimeFigureOut">
              <a:rPr lang="en-US" smtClean="0"/>
              <a:t>11/21/2025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A9654C-E0E0-4709-B41A-97D0A8A2CFA9}" type="slidenum">
              <a:rPr lang="en-US" smtClean="0"/>
              <a:t>‹#›</a:t>
            </a:fld>
            <a:endParaRPr lang="en-US"/>
          </a:p>
        </p:txBody>
      </p:sp>
    </p:spTree>
    <p:extLst>
      <p:ext uri="{BB962C8B-B14F-4D97-AF65-F5344CB8AC3E}">
        <p14:creationId xmlns:p14="http://schemas.microsoft.com/office/powerpoint/2010/main" val="2764465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A9654C-E0E0-4709-B41A-97D0A8A2CFA9}" type="slidenum">
              <a:rPr lang="en-US" smtClean="0"/>
              <a:t>8</a:t>
            </a:fld>
            <a:endParaRPr lang="en-US"/>
          </a:p>
        </p:txBody>
      </p:sp>
    </p:spTree>
    <p:extLst>
      <p:ext uri="{BB962C8B-B14F-4D97-AF65-F5344CB8AC3E}">
        <p14:creationId xmlns:p14="http://schemas.microsoft.com/office/powerpoint/2010/main" val="1880682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9551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6B139-107E-409B-2ED4-D4A7DD4C596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41A52A-93FE-785E-2FA6-2FAEDC3507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9F14E7-9A9A-4F42-8931-10DE7C905D98}"/>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5" name="Footer Placeholder 4">
            <a:extLst>
              <a:ext uri="{FF2B5EF4-FFF2-40B4-BE49-F238E27FC236}">
                <a16:creationId xmlns:a16="http://schemas.microsoft.com/office/drawing/2014/main" id="{E52CFF7A-F30C-A6D9-3895-30612B80FD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F90A2-3B62-6325-470A-B9B73EA9304E}"/>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982648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869DA-E42A-FE27-AA41-731BF2052E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559706-A550-C6E9-2720-CCB282CECC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620CA7-9C9A-0577-4CCD-3B87820F6DD3}"/>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5" name="Footer Placeholder 4">
            <a:extLst>
              <a:ext uri="{FF2B5EF4-FFF2-40B4-BE49-F238E27FC236}">
                <a16:creationId xmlns:a16="http://schemas.microsoft.com/office/drawing/2014/main" id="{37F4383E-53DD-9D18-FC66-F2C5FF94AC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1E639E-9C8E-E271-40E4-1C19C8C0C842}"/>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3825809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27F23-6EBB-5E3A-30D0-D948972C01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CFA5F3C-F325-379C-B4CA-0108AA6C9FE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FDA449-FEEC-643B-9141-070D4A94D592}"/>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5" name="Footer Placeholder 4">
            <a:extLst>
              <a:ext uri="{FF2B5EF4-FFF2-40B4-BE49-F238E27FC236}">
                <a16:creationId xmlns:a16="http://schemas.microsoft.com/office/drawing/2014/main" id="{113BE56D-096C-E0A5-180D-02A6773F39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F5F4F-7E6C-8842-D7E6-3F331FDBEACC}"/>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4042917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6DB9F-C686-3FDA-8C23-FE9672E97A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006D82F-B545-0F57-871B-B0D3E0AE4A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C4FC397-DA15-A6B6-C3B1-040DAD2EBB6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A234DF6-DAD6-0A6C-C15A-E2CE1F6AB0CD}"/>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6" name="Footer Placeholder 5">
            <a:extLst>
              <a:ext uri="{FF2B5EF4-FFF2-40B4-BE49-F238E27FC236}">
                <a16:creationId xmlns:a16="http://schemas.microsoft.com/office/drawing/2014/main" id="{0362694A-D2A5-D287-CFF3-E6CFA0070D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575350-79E3-62A1-BA99-47777829C6B8}"/>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8273217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F5BEB-3BB7-9510-AC43-7603A6E625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BFBA45-26C3-EFE3-C70B-12B9C735A2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ECCCDA-CF94-D76F-FE8D-315A5E9BBC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465874-5205-B359-3B7A-BA141F61D9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2991210-59C7-9C12-7645-7567F15635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4C59402-73BF-384F-8C22-742ABA88B584}"/>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8" name="Footer Placeholder 7">
            <a:extLst>
              <a:ext uri="{FF2B5EF4-FFF2-40B4-BE49-F238E27FC236}">
                <a16:creationId xmlns:a16="http://schemas.microsoft.com/office/drawing/2014/main" id="{7C1C473C-376E-933E-4CDD-63D0596BA4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E869F79-D83E-A230-AC6B-14EA1EDF58E1}"/>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4979596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A40C-46FF-F138-A81F-6594AEDFA9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3D89BE-0076-61C4-2228-F37D0B5A1B15}"/>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4" name="Footer Placeholder 3">
            <a:extLst>
              <a:ext uri="{FF2B5EF4-FFF2-40B4-BE49-F238E27FC236}">
                <a16:creationId xmlns:a16="http://schemas.microsoft.com/office/drawing/2014/main" id="{27878F3C-E92F-F7FD-7457-84D9EC10D7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7360B0-9F7A-3F31-5FD8-5227DC5BEA0C}"/>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7803356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47AD4A-540A-390C-B2A0-10FF2477F552}"/>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3" name="Footer Placeholder 2">
            <a:extLst>
              <a:ext uri="{FF2B5EF4-FFF2-40B4-BE49-F238E27FC236}">
                <a16:creationId xmlns:a16="http://schemas.microsoft.com/office/drawing/2014/main" id="{D1138C24-6E50-16FE-9199-C0884CCC86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0242A5-58B1-2A09-BAF7-831A0ED91300}"/>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180034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E3468-0DFC-1009-E8E1-9C49B5D504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E6CBE10-5665-6F86-E6B6-A73F1C0EFB0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D528356-C29C-6313-AF1D-ADB1E5A825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A6CB27-29DF-BD60-24EE-3BCF9D3319A3}"/>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6" name="Footer Placeholder 5">
            <a:extLst>
              <a:ext uri="{FF2B5EF4-FFF2-40B4-BE49-F238E27FC236}">
                <a16:creationId xmlns:a16="http://schemas.microsoft.com/office/drawing/2014/main" id="{BC6F8643-E1BC-6E17-B879-BC99195B74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D9D382-5555-B048-A326-EA35597093BA}"/>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24403815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79A6B-2CF1-39AE-15A7-BA13C15B91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87C3373-1EC9-E4B7-6811-9F53587928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09B7A5-F627-82B4-6EB7-4EC6BAAD49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2F0924-9A1B-ADC7-8C25-31EA87FC3148}"/>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6" name="Footer Placeholder 5">
            <a:extLst>
              <a:ext uri="{FF2B5EF4-FFF2-40B4-BE49-F238E27FC236}">
                <a16:creationId xmlns:a16="http://schemas.microsoft.com/office/drawing/2014/main" id="{17F42CC3-849C-1BB4-E9D5-7B8FB930D9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2F189ED-E57A-B354-B83D-48ED9C9F09AE}"/>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780413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7BA469-1C75-CF6A-53BC-9C9D35B5BC1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B319B9-1033-848C-A76C-699B343BE8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76D228-3DFD-30BA-5759-323799AC0E3D}"/>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5" name="Footer Placeholder 4">
            <a:extLst>
              <a:ext uri="{FF2B5EF4-FFF2-40B4-BE49-F238E27FC236}">
                <a16:creationId xmlns:a16="http://schemas.microsoft.com/office/drawing/2014/main" id="{4814A193-9DC3-8403-8915-1ECB15D9D4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38746-1675-A898-C3BA-D00B1691190B}"/>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955447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40EC28-665D-BA5B-52B4-18F905411E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2362566-2EDA-004B-AFC3-81E755CED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57600-E167-4DD2-97FF-B5DE6FCBED18}"/>
              </a:ext>
            </a:extLst>
          </p:cNvPr>
          <p:cNvSpPr>
            <a:spLocks noGrp="1"/>
          </p:cNvSpPr>
          <p:nvPr>
            <p:ph type="dt" sz="half" idx="10"/>
          </p:nvPr>
        </p:nvSpPr>
        <p:spPr/>
        <p:txBody>
          <a:bodyPr/>
          <a:lstStyle/>
          <a:p>
            <a:fld id="{D208048B-57AF-4F53-BC84-8E0A1033FBEC}" type="datetimeFigureOut">
              <a:rPr lang="en-US" smtClean="0"/>
              <a:t>11/21/2025</a:t>
            </a:fld>
            <a:endParaRPr lang="en-US"/>
          </a:p>
        </p:txBody>
      </p:sp>
      <p:sp>
        <p:nvSpPr>
          <p:cNvPr id="5" name="Footer Placeholder 4">
            <a:extLst>
              <a:ext uri="{FF2B5EF4-FFF2-40B4-BE49-F238E27FC236}">
                <a16:creationId xmlns:a16="http://schemas.microsoft.com/office/drawing/2014/main" id="{56D83542-C3EB-2B0B-1AF7-5119932DC4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93BAB-A4B8-CE77-B6D9-573117916E18}"/>
              </a:ext>
            </a:extLst>
          </p:cNvPr>
          <p:cNvSpPr>
            <a:spLocks noGrp="1"/>
          </p:cNvSpPr>
          <p:nvPr>
            <p:ph type="sldNum" sz="quarter" idx="12"/>
          </p:nvPr>
        </p:nvSpPr>
        <p:spPr/>
        <p:txBody>
          <a:bodyPr/>
          <a:lstStyle/>
          <a:p>
            <a:fld id="{BD8A8A1B-4E1E-43EF-8A39-7D4A3879B941}" type="slidenum">
              <a:rPr lang="en-US" smtClean="0"/>
              <a:t>‹#›</a:t>
            </a:fld>
            <a:endParaRPr lang="en-US"/>
          </a:p>
        </p:txBody>
      </p:sp>
    </p:spTree>
    <p:extLst>
      <p:ext uri="{BB962C8B-B14F-4D97-AF65-F5344CB8AC3E}">
        <p14:creationId xmlns:p14="http://schemas.microsoft.com/office/powerpoint/2010/main" val="1650810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US"/>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FD4B046-DA4F-4514-96D1-43C644C06876}" type="datetime1">
              <a:rPr lang="en-US" smtClean="0"/>
              <a:t>11/21/2025</a:t>
            </a:fld>
            <a:endParaRPr lang="en-US" dirty="0"/>
          </a:p>
        </p:txBody>
      </p:sp>
      <p:sp>
        <p:nvSpPr>
          <p:cNvPr id="4" name="Footer Placeholder 3"/>
          <p:cNvSpPr>
            <a:spLocks noGrp="1"/>
          </p:cNvSpPr>
          <p:nvPr>
            <p:ph type="ftr" sz="quarter" idx="11"/>
          </p:nvPr>
        </p:nvSpPr>
        <p:spPr/>
        <p:txBody>
          <a:bodyPr/>
          <a:lstStyle/>
          <a:p>
            <a:r>
              <a:rPr lang="en-US"/>
              <a:t>H.Fakher</a:t>
            </a:r>
            <a:endParaRPr lang="en-US" dirty="0"/>
          </a:p>
        </p:txBody>
      </p:sp>
      <p:sp>
        <p:nvSpPr>
          <p:cNvPr id="5" name="Slide Number Placeholder 4"/>
          <p:cNvSpPr>
            <a:spLocks noGrp="1"/>
          </p:cNvSpPr>
          <p:nvPr>
            <p:ph type="sldNum" sz="quarter" idx="12"/>
          </p:nvPr>
        </p:nvSpPr>
        <p:spPr/>
        <p:txBody>
          <a:bodyPr/>
          <a:lstStyle/>
          <a:p>
            <a:fld id="{3680D392-614A-43D7-BA76-AB1FFE045AF8}" type="slidenum">
              <a:rPr lang="en-US" smtClean="0"/>
              <a:t>‹#›</a:t>
            </a:fld>
            <a:endParaRPr lang="en-US" dirty="0"/>
          </a:p>
        </p:txBody>
      </p:sp>
    </p:spTree>
    <p:extLst>
      <p:ext uri="{BB962C8B-B14F-4D97-AF65-F5344CB8AC3E}">
        <p14:creationId xmlns:p14="http://schemas.microsoft.com/office/powerpoint/2010/main" val="27533751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0A29E9B-CC18-46CA-B998-3355B2C4C085}" type="datetime1">
              <a:rPr lang="en-US" smtClean="0"/>
              <a:t>11/21/2025</a:t>
            </a:fld>
            <a:endParaRPr lang="en-US" dirty="0"/>
          </a:p>
        </p:txBody>
      </p:sp>
      <p:sp>
        <p:nvSpPr>
          <p:cNvPr id="6" name="Footer Placeholder 5"/>
          <p:cNvSpPr>
            <a:spLocks noGrp="1"/>
          </p:cNvSpPr>
          <p:nvPr>
            <p:ph type="ftr" sz="quarter" idx="11"/>
          </p:nvPr>
        </p:nvSpPr>
        <p:spPr/>
        <p:txBody>
          <a:bodyPr/>
          <a:lstStyle/>
          <a:p>
            <a:r>
              <a:rPr lang="en-US"/>
              <a:t>H.Fakher</a:t>
            </a:r>
            <a:endParaRPr lang="en-US" dirty="0"/>
          </a:p>
        </p:txBody>
      </p:sp>
      <p:sp>
        <p:nvSpPr>
          <p:cNvPr id="7" name="Slide Number Placeholder 6"/>
          <p:cNvSpPr>
            <a:spLocks noGrp="1"/>
          </p:cNvSpPr>
          <p:nvPr>
            <p:ph type="sldNum" sz="quarter" idx="12"/>
          </p:nvPr>
        </p:nvSpPr>
        <p:spPr/>
        <p:txBody>
          <a:bodyPr/>
          <a:lstStyle/>
          <a:p>
            <a:fld id="{3680D392-614A-43D7-BA76-AB1FFE045AF8}" type="slidenum">
              <a:rPr lang="en-US" smtClean="0"/>
              <a:t>‹#›</a:t>
            </a:fld>
            <a:endParaRPr lang="en-US" dirty="0"/>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516277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74364F-4A4B-7386-A435-22F321D8F7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D483A6-1F3F-7B65-8E8D-2AB48AF224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FAC05A4-6C72-63AF-337A-BC58AB896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08048B-57AF-4F53-BC84-8E0A1033FBEC}" type="datetimeFigureOut">
              <a:rPr lang="en-US" smtClean="0"/>
              <a:pPr/>
              <a:t>11/21/2025</a:t>
            </a:fld>
            <a:endParaRPr lang="en-US" dirty="0"/>
          </a:p>
        </p:txBody>
      </p:sp>
      <p:sp>
        <p:nvSpPr>
          <p:cNvPr id="5" name="Footer Placeholder 4">
            <a:extLst>
              <a:ext uri="{FF2B5EF4-FFF2-40B4-BE49-F238E27FC236}">
                <a16:creationId xmlns:a16="http://schemas.microsoft.com/office/drawing/2014/main" id="{36588EB7-673A-EA28-C197-EC276A78993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712AE80-9F80-5AFE-CF88-CA7E60583C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8A8A1B-4E1E-43EF-8A39-7D4A3879B941}" type="slidenum">
              <a:rPr lang="en-US" smtClean="0"/>
              <a:pPr/>
              <a:t>‹#›</a:t>
            </a:fld>
            <a:endParaRPr lang="en-US" dirty="0"/>
          </a:p>
        </p:txBody>
      </p:sp>
    </p:spTree>
    <p:extLst>
      <p:ext uri="{BB962C8B-B14F-4D97-AF65-F5344CB8AC3E}">
        <p14:creationId xmlns:p14="http://schemas.microsoft.com/office/powerpoint/2010/main" val="947497720"/>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6" r:id="rId12"/>
    <p:sldLayoutId id="214748377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6.png"/><Relationship Id="rId42" Type="http://schemas.openxmlformats.org/officeDocument/2006/relationships/image" Target="../media/image26.png"/><Relationship Id="rId47" Type="http://schemas.openxmlformats.org/officeDocument/2006/relationships/customXml" Target="../ink/ink23.xml"/><Relationship Id="rId63" Type="http://schemas.openxmlformats.org/officeDocument/2006/relationships/customXml" Target="../ink/ink31.xml"/><Relationship Id="rId68" Type="http://schemas.openxmlformats.org/officeDocument/2006/relationships/image" Target="../media/image39.png"/><Relationship Id="rId84" Type="http://schemas.openxmlformats.org/officeDocument/2006/relationships/image" Target="../media/image47.png"/><Relationship Id="rId89" Type="http://schemas.openxmlformats.org/officeDocument/2006/relationships/customXml" Target="../ink/ink44.xml"/><Relationship Id="rId16" Type="http://schemas.openxmlformats.org/officeDocument/2006/relationships/customXml" Target="../ink/ink7.xml"/><Relationship Id="rId11" Type="http://schemas.openxmlformats.org/officeDocument/2006/relationships/image" Target="../media/image11.png"/><Relationship Id="rId32" Type="http://schemas.openxmlformats.org/officeDocument/2006/relationships/customXml" Target="../ink/ink15.xml"/><Relationship Id="rId37" Type="http://schemas.openxmlformats.org/officeDocument/2006/relationships/customXml" Target="../ink/ink18.xml"/><Relationship Id="rId53" Type="http://schemas.openxmlformats.org/officeDocument/2006/relationships/customXml" Target="../ink/ink26.xml"/><Relationship Id="rId58" Type="http://schemas.openxmlformats.org/officeDocument/2006/relationships/image" Target="../media/image34.png"/><Relationship Id="rId74" Type="http://schemas.openxmlformats.org/officeDocument/2006/relationships/image" Target="../media/image42.png"/><Relationship Id="rId79" Type="http://schemas.openxmlformats.org/officeDocument/2006/relationships/customXml" Target="../ink/ink39.xml"/><Relationship Id="rId5" Type="http://schemas.openxmlformats.org/officeDocument/2006/relationships/image" Target="../media/image8.png"/><Relationship Id="rId90" Type="http://schemas.openxmlformats.org/officeDocument/2006/relationships/image" Target="../media/image50.png"/><Relationship Id="rId95" Type="http://schemas.openxmlformats.org/officeDocument/2006/relationships/customXml" Target="../ink/ink47.xml"/><Relationship Id="rId22" Type="http://schemas.openxmlformats.org/officeDocument/2006/relationships/customXml" Target="../ink/ink10.xml"/><Relationship Id="rId27" Type="http://schemas.openxmlformats.org/officeDocument/2006/relationships/image" Target="../media/image19.png"/><Relationship Id="rId43" Type="http://schemas.openxmlformats.org/officeDocument/2006/relationships/customXml" Target="../ink/ink21.xml"/><Relationship Id="rId48" Type="http://schemas.openxmlformats.org/officeDocument/2006/relationships/image" Target="../media/image29.png"/><Relationship Id="rId64" Type="http://schemas.openxmlformats.org/officeDocument/2006/relationships/image" Target="../media/image37.png"/><Relationship Id="rId69" Type="http://schemas.openxmlformats.org/officeDocument/2006/relationships/customXml" Target="../ink/ink34.xml"/><Relationship Id="rId80" Type="http://schemas.openxmlformats.org/officeDocument/2006/relationships/image" Target="../media/image45.png"/><Relationship Id="rId85" Type="http://schemas.openxmlformats.org/officeDocument/2006/relationships/customXml" Target="../ink/ink42.xml"/><Relationship Id="rId3" Type="http://schemas.openxmlformats.org/officeDocument/2006/relationships/image" Target="../media/image6.emf"/><Relationship Id="rId12" Type="http://schemas.openxmlformats.org/officeDocument/2006/relationships/customXml" Target="../ink/ink5.xml"/><Relationship Id="rId17" Type="http://schemas.openxmlformats.org/officeDocument/2006/relationships/image" Target="../media/image14.png"/><Relationship Id="rId25" Type="http://schemas.openxmlformats.org/officeDocument/2006/relationships/image" Target="../media/image18.png"/><Relationship Id="rId33" Type="http://schemas.openxmlformats.org/officeDocument/2006/relationships/image" Target="../media/image22.png"/><Relationship Id="rId38" Type="http://schemas.openxmlformats.org/officeDocument/2006/relationships/image" Target="../media/image24.png"/><Relationship Id="rId46" Type="http://schemas.openxmlformats.org/officeDocument/2006/relationships/image" Target="../media/image28.png"/><Relationship Id="rId59" Type="http://schemas.openxmlformats.org/officeDocument/2006/relationships/customXml" Target="../ink/ink29.xml"/><Relationship Id="rId67" Type="http://schemas.openxmlformats.org/officeDocument/2006/relationships/customXml" Target="../ink/ink33.xml"/><Relationship Id="rId20" Type="http://schemas.openxmlformats.org/officeDocument/2006/relationships/customXml" Target="../ink/ink9.xml"/><Relationship Id="rId41" Type="http://schemas.openxmlformats.org/officeDocument/2006/relationships/customXml" Target="../ink/ink20.xml"/><Relationship Id="rId54" Type="http://schemas.openxmlformats.org/officeDocument/2006/relationships/image" Target="../media/image32.png"/><Relationship Id="rId62" Type="http://schemas.openxmlformats.org/officeDocument/2006/relationships/image" Target="../media/image36.png"/><Relationship Id="rId70" Type="http://schemas.openxmlformats.org/officeDocument/2006/relationships/image" Target="../media/image40.png"/><Relationship Id="rId75" Type="http://schemas.openxmlformats.org/officeDocument/2006/relationships/customXml" Target="../ink/ink37.xml"/><Relationship Id="rId83" Type="http://schemas.openxmlformats.org/officeDocument/2006/relationships/customXml" Target="../ink/ink41.xml"/><Relationship Id="rId88" Type="http://schemas.openxmlformats.org/officeDocument/2006/relationships/image" Target="../media/image49.png"/><Relationship Id="rId91" Type="http://schemas.openxmlformats.org/officeDocument/2006/relationships/customXml" Target="../ink/ink45.xml"/><Relationship Id="rId96" Type="http://schemas.openxmlformats.org/officeDocument/2006/relationships/image" Target="../media/image53.png"/><Relationship Id="rId1" Type="http://schemas.openxmlformats.org/officeDocument/2006/relationships/slideLayout" Target="../slideLayouts/slideLayout7.xml"/><Relationship Id="rId6" Type="http://schemas.openxmlformats.org/officeDocument/2006/relationships/customXml" Target="../ink/ink2.xml"/><Relationship Id="rId15" Type="http://schemas.openxmlformats.org/officeDocument/2006/relationships/image" Target="../media/image13.png"/><Relationship Id="rId23" Type="http://schemas.openxmlformats.org/officeDocument/2006/relationships/image" Target="../media/image17.png"/><Relationship Id="rId28" Type="http://schemas.openxmlformats.org/officeDocument/2006/relationships/customXml" Target="../ink/ink13.xml"/><Relationship Id="rId36" Type="http://schemas.openxmlformats.org/officeDocument/2006/relationships/image" Target="../media/image23.png"/><Relationship Id="rId49" Type="http://schemas.openxmlformats.org/officeDocument/2006/relationships/customXml" Target="../ink/ink24.xml"/><Relationship Id="rId57" Type="http://schemas.openxmlformats.org/officeDocument/2006/relationships/customXml" Target="../ink/ink28.xml"/><Relationship Id="rId10" Type="http://schemas.openxmlformats.org/officeDocument/2006/relationships/customXml" Target="../ink/ink4.xml"/><Relationship Id="rId31" Type="http://schemas.openxmlformats.org/officeDocument/2006/relationships/image" Target="../media/image21.png"/><Relationship Id="rId44" Type="http://schemas.openxmlformats.org/officeDocument/2006/relationships/image" Target="../media/image27.png"/><Relationship Id="rId52" Type="http://schemas.openxmlformats.org/officeDocument/2006/relationships/image" Target="../media/image31.png"/><Relationship Id="rId60" Type="http://schemas.openxmlformats.org/officeDocument/2006/relationships/image" Target="../media/image35.png"/><Relationship Id="rId65" Type="http://schemas.openxmlformats.org/officeDocument/2006/relationships/customXml" Target="../ink/ink32.xml"/><Relationship Id="rId73" Type="http://schemas.openxmlformats.org/officeDocument/2006/relationships/customXml" Target="../ink/ink36.xml"/><Relationship Id="rId78" Type="http://schemas.openxmlformats.org/officeDocument/2006/relationships/image" Target="../media/image44.png"/><Relationship Id="rId81" Type="http://schemas.openxmlformats.org/officeDocument/2006/relationships/customXml" Target="../ink/ink40.xml"/><Relationship Id="rId86" Type="http://schemas.openxmlformats.org/officeDocument/2006/relationships/image" Target="../media/image48.png"/><Relationship Id="rId94" Type="http://schemas.openxmlformats.org/officeDocument/2006/relationships/image" Target="../media/image52.png"/><Relationship Id="rId4" Type="http://schemas.openxmlformats.org/officeDocument/2006/relationships/customXml" Target="../ink/ink1.xml"/><Relationship Id="rId9" Type="http://schemas.openxmlformats.org/officeDocument/2006/relationships/image" Target="../media/image10.png"/><Relationship Id="rId13" Type="http://schemas.openxmlformats.org/officeDocument/2006/relationships/image" Target="../media/image12.png"/><Relationship Id="rId18" Type="http://schemas.openxmlformats.org/officeDocument/2006/relationships/customXml" Target="../ink/ink8.xml"/><Relationship Id="rId39" Type="http://schemas.openxmlformats.org/officeDocument/2006/relationships/customXml" Target="../ink/ink19.xml"/><Relationship Id="rId34" Type="http://schemas.openxmlformats.org/officeDocument/2006/relationships/customXml" Target="../ink/ink16.xml"/><Relationship Id="rId50" Type="http://schemas.openxmlformats.org/officeDocument/2006/relationships/image" Target="../media/image30.png"/><Relationship Id="rId55" Type="http://schemas.openxmlformats.org/officeDocument/2006/relationships/customXml" Target="../ink/ink27.xml"/><Relationship Id="rId76" Type="http://schemas.openxmlformats.org/officeDocument/2006/relationships/image" Target="../media/image43.png"/><Relationship Id="rId97" Type="http://schemas.openxmlformats.org/officeDocument/2006/relationships/customXml" Target="../ink/ink48.xml"/><Relationship Id="rId7" Type="http://schemas.openxmlformats.org/officeDocument/2006/relationships/image" Target="../media/image9.png"/><Relationship Id="rId71" Type="http://schemas.openxmlformats.org/officeDocument/2006/relationships/customXml" Target="../ink/ink35.xml"/><Relationship Id="rId92" Type="http://schemas.openxmlformats.org/officeDocument/2006/relationships/image" Target="../media/image51.png"/><Relationship Id="rId2" Type="http://schemas.openxmlformats.org/officeDocument/2006/relationships/notesSlide" Target="../notesSlides/notesSlide1.xml"/><Relationship Id="rId29" Type="http://schemas.openxmlformats.org/officeDocument/2006/relationships/image" Target="../media/image20.png"/><Relationship Id="rId24" Type="http://schemas.openxmlformats.org/officeDocument/2006/relationships/customXml" Target="../ink/ink11.xml"/><Relationship Id="rId40" Type="http://schemas.openxmlformats.org/officeDocument/2006/relationships/image" Target="../media/image25.png"/><Relationship Id="rId45" Type="http://schemas.openxmlformats.org/officeDocument/2006/relationships/customXml" Target="../ink/ink22.xml"/><Relationship Id="rId66" Type="http://schemas.openxmlformats.org/officeDocument/2006/relationships/image" Target="../media/image38.png"/><Relationship Id="rId87" Type="http://schemas.openxmlformats.org/officeDocument/2006/relationships/customXml" Target="../ink/ink43.xml"/><Relationship Id="rId61" Type="http://schemas.openxmlformats.org/officeDocument/2006/relationships/customXml" Target="../ink/ink30.xml"/><Relationship Id="rId82" Type="http://schemas.openxmlformats.org/officeDocument/2006/relationships/image" Target="../media/image46.png"/><Relationship Id="rId19" Type="http://schemas.openxmlformats.org/officeDocument/2006/relationships/image" Target="../media/image15.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customXml" Target="../ink/ink17.xml"/><Relationship Id="rId56" Type="http://schemas.openxmlformats.org/officeDocument/2006/relationships/image" Target="../media/image33.png"/><Relationship Id="rId77" Type="http://schemas.openxmlformats.org/officeDocument/2006/relationships/customXml" Target="../ink/ink38.xml"/><Relationship Id="rId8" Type="http://schemas.openxmlformats.org/officeDocument/2006/relationships/customXml" Target="../ink/ink3.xml"/><Relationship Id="rId51" Type="http://schemas.openxmlformats.org/officeDocument/2006/relationships/customXml" Target="../ink/ink25.xml"/><Relationship Id="rId72" Type="http://schemas.openxmlformats.org/officeDocument/2006/relationships/image" Target="../media/image41.png"/><Relationship Id="rId93" Type="http://schemas.openxmlformats.org/officeDocument/2006/relationships/customXml" Target="../ink/ink46.xml"/><Relationship Id="rId98" Type="http://schemas.openxmlformats.org/officeDocument/2006/relationships/image" Target="../media/image54.png"/></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 name="Rectangle 60">
            <a:extLst>
              <a:ext uri="{FF2B5EF4-FFF2-40B4-BE49-F238E27FC236}">
                <a16:creationId xmlns:a16="http://schemas.microsoft.com/office/drawing/2014/main" id="{2B577FF9-3543-4875-815D-3D87BD8A20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2841B8-39D1-60C9-71F3-BFD49476A622}"/>
              </a:ext>
            </a:extLst>
          </p:cNvPr>
          <p:cNvSpPr>
            <a:spLocks noGrp="1"/>
          </p:cNvSpPr>
          <p:nvPr>
            <p:ph type="ctrTitle"/>
          </p:nvPr>
        </p:nvSpPr>
        <p:spPr>
          <a:xfrm>
            <a:off x="874815" y="798703"/>
            <a:ext cx="5221185" cy="2557145"/>
          </a:xfrm>
        </p:spPr>
        <p:txBody>
          <a:bodyPr anchor="b">
            <a:normAutofit fontScale="90000"/>
          </a:bodyPr>
          <a:lstStyle/>
          <a:p>
            <a:r>
              <a:rPr lang="en-US" b="1" dirty="0">
                <a:latin typeface="Times New Roman" panose="02020603050405020304" pitchFamily="18" charset="0"/>
                <a:cs typeface="Times New Roman" panose="02020603050405020304" pitchFamily="18" charset="0"/>
              </a:rPr>
              <a:t>Computer Vision</a:t>
            </a: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(CV)</a:t>
            </a:r>
          </a:p>
        </p:txBody>
      </p:sp>
      <p:sp>
        <p:nvSpPr>
          <p:cNvPr id="3" name="Subtitle 2">
            <a:extLst>
              <a:ext uri="{FF2B5EF4-FFF2-40B4-BE49-F238E27FC236}">
                <a16:creationId xmlns:a16="http://schemas.microsoft.com/office/drawing/2014/main" id="{72D633AC-863C-395F-7D50-076B7E4228AA}"/>
              </a:ext>
            </a:extLst>
          </p:cNvPr>
          <p:cNvSpPr>
            <a:spLocks noGrp="1"/>
          </p:cNvSpPr>
          <p:nvPr>
            <p:ph type="subTitle" idx="1"/>
          </p:nvPr>
        </p:nvSpPr>
        <p:spPr>
          <a:xfrm>
            <a:off x="402336" y="3962791"/>
            <a:ext cx="6343155" cy="2295963"/>
          </a:xfrm>
        </p:spPr>
        <p:txBody>
          <a:bodyPr anchor="t">
            <a:normAutofit/>
          </a:bodyPr>
          <a:lstStyle/>
          <a:p>
            <a:r>
              <a:rPr lang="en-US" sz="3200" b="1" dirty="0">
                <a:latin typeface="Times New Roman" panose="02020603050405020304" pitchFamily="18" charset="0"/>
                <a:cs typeface="Times New Roman" panose="02020603050405020304" pitchFamily="18" charset="0"/>
              </a:rPr>
              <a:t>Lab </a:t>
            </a:r>
            <a:r>
              <a:rPr lang="ar-EG" sz="3200" b="1" dirty="0">
                <a:latin typeface="Times New Roman" panose="02020603050405020304" pitchFamily="18" charset="0"/>
                <a:cs typeface="Times New Roman" panose="02020603050405020304" pitchFamily="18" charset="0"/>
              </a:rPr>
              <a:t>3</a:t>
            </a:r>
            <a:endParaRPr lang="en-US" sz="3200" b="1"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Image Segmentation </a:t>
            </a:r>
          </a:p>
          <a:p>
            <a:r>
              <a:rPr lang="en-US" sz="3200" b="1" dirty="0">
                <a:latin typeface="Times New Roman" panose="02020603050405020304" pitchFamily="18" charset="0"/>
                <a:cs typeface="Times New Roman" panose="02020603050405020304" pitchFamily="18" charset="0"/>
              </a:rPr>
              <a:t>[</a:t>
            </a:r>
            <a:r>
              <a:rPr lang="en-US" sz="3200" b="1" dirty="0" err="1">
                <a:latin typeface="Times New Roman" panose="02020603050405020304" pitchFamily="18" charset="0"/>
                <a:cs typeface="Times New Roman" panose="02020603050405020304" pitchFamily="18" charset="0"/>
              </a:rPr>
              <a:t>Unet</a:t>
            </a:r>
            <a:r>
              <a:rPr lang="en-US" sz="3200" b="1" dirty="0">
                <a:latin typeface="Times New Roman" panose="02020603050405020304" pitchFamily="18" charset="0"/>
                <a:cs typeface="Times New Roman" panose="02020603050405020304" pitchFamily="18" charset="0"/>
              </a:rPr>
              <a:t>]</a:t>
            </a:r>
          </a:p>
          <a:p>
            <a:endParaRPr lang="en-US" sz="3200" b="1" dirty="0"/>
          </a:p>
          <a:p>
            <a:endParaRPr lang="en-US" sz="3200" b="1" dirty="0">
              <a:latin typeface="Times New Roman" panose="02020603050405020304" pitchFamily="18" charset="0"/>
              <a:cs typeface="Times New Roman" panose="02020603050405020304" pitchFamily="18" charset="0"/>
            </a:endParaRPr>
          </a:p>
        </p:txBody>
      </p:sp>
      <p:sp>
        <p:nvSpPr>
          <p:cNvPr id="63" name="Freeform: Shape 62">
            <a:extLst>
              <a:ext uri="{FF2B5EF4-FFF2-40B4-BE49-F238E27FC236}">
                <a16:creationId xmlns:a16="http://schemas.microsoft.com/office/drawing/2014/main" id="{F5569EEC-E12F-4856-B407-02B2813A4A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04059"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Freeform: Shape 64">
            <a:extLst>
              <a:ext uri="{FF2B5EF4-FFF2-40B4-BE49-F238E27FC236}">
                <a16:creationId xmlns:a16="http://schemas.microsoft.com/office/drawing/2014/main" id="{CF860788-3A6A-45A3-B3F1-06F159665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67336"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7" name="Freeform: Shape 66">
            <a:extLst>
              <a:ext uri="{FF2B5EF4-FFF2-40B4-BE49-F238E27FC236}">
                <a16:creationId xmlns:a16="http://schemas.microsoft.com/office/drawing/2014/main" id="{DF1E3393-B852-4883-B778-ED35251129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032259"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9" name="Freeform: Shape 68">
            <a:extLst>
              <a:ext uri="{FF2B5EF4-FFF2-40B4-BE49-F238E27FC236}">
                <a16:creationId xmlns:a16="http://schemas.microsoft.com/office/drawing/2014/main" id="{39853D09-4205-4CC7-83EB-288E886AC9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8440"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Shape 77">
            <a:extLst>
              <a:ext uri="{FF2B5EF4-FFF2-40B4-BE49-F238E27FC236}">
                <a16:creationId xmlns:a16="http://schemas.microsoft.com/office/drawing/2014/main" id="{0D040B79-3E73-4A31-840D-D6B9C9FDF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47511"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9" name="Freeform: Shape 78">
            <a:extLst>
              <a:ext uri="{FF2B5EF4-FFF2-40B4-BE49-F238E27FC236}">
                <a16:creationId xmlns:a16="http://schemas.microsoft.com/office/drawing/2014/main" id="{156C6AE5-3F8B-42AC-9EA4-1B686A11E9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43820" y="5835650"/>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098" name="Picture 2" descr="Visión - Iconos gratis de computadora">
            <a:extLst>
              <a:ext uri="{FF2B5EF4-FFF2-40B4-BE49-F238E27FC236}">
                <a16:creationId xmlns:a16="http://schemas.microsoft.com/office/drawing/2014/main" id="{49AA78AA-A709-087F-383E-59E9AA7620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392" y="747640"/>
            <a:ext cx="4876800" cy="487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0820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none" dirty="0">
                <a:solidFill>
                  <a:srgbClr val="FF0000"/>
                </a:solidFill>
              </a:rPr>
              <a:t>What Is Image Segmentation?</a:t>
            </a:r>
          </a:p>
        </p:txBody>
      </p:sp>
      <p:sp>
        <p:nvSpPr>
          <p:cNvPr id="4" name="Slide Number Placeholder 3"/>
          <p:cNvSpPr>
            <a:spLocks noGrp="1"/>
          </p:cNvSpPr>
          <p:nvPr>
            <p:ph type="sldNum" sz="quarter" idx="12"/>
          </p:nvPr>
        </p:nvSpPr>
        <p:spPr/>
        <p:txBody>
          <a:bodyPr/>
          <a:lstStyle/>
          <a:p>
            <a:fld id="{3680D392-614A-43D7-BA76-AB1FFE045AF8}" type="slidenum">
              <a:rPr lang="en-US" smtClean="0"/>
              <a:t>2</a:t>
            </a:fld>
            <a:endParaRPr lang="en-US" dirty="0"/>
          </a:p>
        </p:txBody>
      </p:sp>
      <p:sp>
        <p:nvSpPr>
          <p:cNvPr id="5" name="Rectangle 4"/>
          <p:cNvSpPr/>
          <p:nvPr/>
        </p:nvSpPr>
        <p:spPr>
          <a:xfrm>
            <a:off x="685801" y="1837765"/>
            <a:ext cx="10172849" cy="584775"/>
          </a:xfrm>
          <a:prstGeom prst="rect">
            <a:avLst/>
          </a:prstGeom>
        </p:spPr>
        <p:txBody>
          <a:bodyPr wrap="none">
            <a:spAutoFit/>
          </a:bodyPr>
          <a:lstStyle/>
          <a:p>
            <a:r>
              <a:rPr lang="en-US" sz="3200" dirty="0">
                <a:solidFill>
                  <a:srgbClr val="000000"/>
                </a:solidFill>
                <a:latin typeface="Calibri" panose="020F0502020204030204" pitchFamily="34" charset="0"/>
              </a:rPr>
              <a:t>Image segmentation is a critical process in computer vision. </a:t>
            </a:r>
          </a:p>
        </p:txBody>
      </p:sp>
      <p:sp>
        <p:nvSpPr>
          <p:cNvPr id="6" name="Rectangle 5"/>
          <p:cNvSpPr/>
          <p:nvPr/>
        </p:nvSpPr>
        <p:spPr>
          <a:xfrm>
            <a:off x="685800" y="2422540"/>
            <a:ext cx="10396883" cy="1077218"/>
          </a:xfrm>
          <a:prstGeom prst="rect">
            <a:avLst/>
          </a:prstGeom>
        </p:spPr>
        <p:txBody>
          <a:bodyPr wrap="square">
            <a:spAutoFit/>
          </a:bodyPr>
          <a:lstStyle/>
          <a:p>
            <a:r>
              <a:rPr lang="en-US" sz="3200" dirty="0">
                <a:solidFill>
                  <a:srgbClr val="000000"/>
                </a:solidFill>
                <a:latin typeface="Calibri" panose="020F0502020204030204" pitchFamily="34" charset="0"/>
              </a:rPr>
              <a:t>Segments represent objects or parts of objects, and comprise sets of pixels, or “super-pixels”. </a:t>
            </a:r>
          </a:p>
        </p:txBody>
      </p:sp>
      <p:pic>
        <p:nvPicPr>
          <p:cNvPr id="8" name="Picture 7"/>
          <p:cNvPicPr>
            <a:picLocks noChangeAspect="1"/>
          </p:cNvPicPr>
          <p:nvPr/>
        </p:nvPicPr>
        <p:blipFill>
          <a:blip r:embed="rId2"/>
          <a:stretch>
            <a:fillRect/>
          </a:stretch>
        </p:blipFill>
        <p:spPr>
          <a:xfrm>
            <a:off x="685798" y="3499758"/>
            <a:ext cx="10172851" cy="2096371"/>
          </a:xfrm>
          <a:prstGeom prst="rect">
            <a:avLst/>
          </a:prstGeom>
        </p:spPr>
      </p:pic>
    </p:spTree>
    <p:extLst>
      <p:ext uri="{BB962C8B-B14F-4D97-AF65-F5344CB8AC3E}">
        <p14:creationId xmlns:p14="http://schemas.microsoft.com/office/powerpoint/2010/main" val="2567502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none" dirty="0">
                <a:solidFill>
                  <a:srgbClr val="FF0000"/>
                </a:solidFill>
              </a:rPr>
              <a:t>What Is Image Semantic Segmentation?</a:t>
            </a:r>
          </a:p>
        </p:txBody>
      </p:sp>
      <p:sp>
        <p:nvSpPr>
          <p:cNvPr id="4" name="Slide Number Placeholder 3"/>
          <p:cNvSpPr>
            <a:spLocks noGrp="1"/>
          </p:cNvSpPr>
          <p:nvPr>
            <p:ph type="sldNum" sz="quarter" idx="12"/>
          </p:nvPr>
        </p:nvSpPr>
        <p:spPr/>
        <p:txBody>
          <a:bodyPr/>
          <a:lstStyle/>
          <a:p>
            <a:fld id="{3680D392-614A-43D7-BA76-AB1FFE045AF8}" type="slidenum">
              <a:rPr lang="en-US" smtClean="0"/>
              <a:t>3</a:t>
            </a:fld>
            <a:endParaRPr lang="en-US" dirty="0"/>
          </a:p>
        </p:txBody>
      </p:sp>
      <p:sp>
        <p:nvSpPr>
          <p:cNvPr id="7" name="Rectangle 6"/>
          <p:cNvSpPr/>
          <p:nvPr/>
        </p:nvSpPr>
        <p:spPr>
          <a:xfrm>
            <a:off x="685800" y="1837765"/>
            <a:ext cx="10632839" cy="1384995"/>
          </a:xfrm>
          <a:prstGeom prst="rect">
            <a:avLst/>
          </a:prstGeom>
        </p:spPr>
        <p:txBody>
          <a:bodyPr wrap="square">
            <a:spAutoFit/>
          </a:bodyPr>
          <a:lstStyle/>
          <a:p>
            <a:r>
              <a:rPr lang="en-US" sz="2800" dirty="0">
                <a:solidFill>
                  <a:srgbClr val="000000"/>
                </a:solidFill>
                <a:latin typeface="Calibri" panose="020F0502020204030204" pitchFamily="34" charset="0"/>
              </a:rPr>
              <a:t>It classify all the pixels of an image into meaningful classes of objects. These classes are “semantically interpretable” and correspond to real-world categories. </a:t>
            </a:r>
          </a:p>
        </p:txBody>
      </p:sp>
      <p:pic>
        <p:nvPicPr>
          <p:cNvPr id="9" name="Picture 8"/>
          <p:cNvPicPr>
            <a:picLocks noChangeAspect="1"/>
          </p:cNvPicPr>
          <p:nvPr/>
        </p:nvPicPr>
        <p:blipFill>
          <a:blip r:embed="rId2"/>
          <a:stretch>
            <a:fillRect/>
          </a:stretch>
        </p:blipFill>
        <p:spPr>
          <a:xfrm>
            <a:off x="685799" y="3222760"/>
            <a:ext cx="10396883" cy="2383470"/>
          </a:xfrm>
          <a:prstGeom prst="rect">
            <a:avLst/>
          </a:prstGeom>
        </p:spPr>
      </p:pic>
    </p:spTree>
    <p:extLst>
      <p:ext uri="{BB962C8B-B14F-4D97-AF65-F5344CB8AC3E}">
        <p14:creationId xmlns:p14="http://schemas.microsoft.com/office/powerpoint/2010/main" val="2959616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cap="none" dirty="0">
                <a:solidFill>
                  <a:srgbClr val="FF0000"/>
                </a:solidFill>
              </a:rPr>
              <a:t>What Is Image Instance Segmentation?</a:t>
            </a:r>
          </a:p>
        </p:txBody>
      </p:sp>
      <p:sp>
        <p:nvSpPr>
          <p:cNvPr id="4" name="Slide Number Placeholder 3"/>
          <p:cNvSpPr>
            <a:spLocks noGrp="1"/>
          </p:cNvSpPr>
          <p:nvPr>
            <p:ph type="sldNum" sz="quarter" idx="12"/>
          </p:nvPr>
        </p:nvSpPr>
        <p:spPr/>
        <p:txBody>
          <a:bodyPr/>
          <a:lstStyle/>
          <a:p>
            <a:fld id="{3680D392-614A-43D7-BA76-AB1FFE045AF8}" type="slidenum">
              <a:rPr lang="en-US" smtClean="0"/>
              <a:t>4</a:t>
            </a:fld>
            <a:endParaRPr lang="en-US" dirty="0"/>
          </a:p>
        </p:txBody>
      </p:sp>
      <p:sp>
        <p:nvSpPr>
          <p:cNvPr id="7" name="Rectangle 6"/>
          <p:cNvSpPr/>
          <p:nvPr/>
        </p:nvSpPr>
        <p:spPr>
          <a:xfrm>
            <a:off x="685801" y="1837765"/>
            <a:ext cx="10396882" cy="954107"/>
          </a:xfrm>
          <a:prstGeom prst="rect">
            <a:avLst/>
          </a:prstGeom>
        </p:spPr>
        <p:txBody>
          <a:bodyPr wrap="square">
            <a:spAutoFit/>
          </a:bodyPr>
          <a:lstStyle/>
          <a:p>
            <a:r>
              <a:rPr lang="en-US" sz="2800" dirty="0">
                <a:solidFill>
                  <a:srgbClr val="000000"/>
                </a:solidFill>
                <a:latin typeface="Calibri" panose="020F0502020204030204" pitchFamily="34" charset="0"/>
              </a:rPr>
              <a:t>It identify each instance of each object in an image. It differs from semantic segmentation in that it doesn’t categorize every pixel. </a:t>
            </a:r>
          </a:p>
        </p:txBody>
      </p:sp>
      <p:pic>
        <p:nvPicPr>
          <p:cNvPr id="9" name="Picture 8"/>
          <p:cNvPicPr>
            <a:picLocks noChangeAspect="1"/>
          </p:cNvPicPr>
          <p:nvPr/>
        </p:nvPicPr>
        <p:blipFill rotWithShape="1">
          <a:blip r:embed="rId2"/>
          <a:srcRect l="3782" r="5366" b="6938"/>
          <a:stretch/>
        </p:blipFill>
        <p:spPr>
          <a:xfrm>
            <a:off x="1060704" y="2874168"/>
            <a:ext cx="9445752" cy="2575656"/>
          </a:xfrm>
          <a:prstGeom prst="rect">
            <a:avLst/>
          </a:prstGeom>
        </p:spPr>
      </p:pic>
    </p:spTree>
    <p:extLst>
      <p:ext uri="{BB962C8B-B14F-4D97-AF65-F5344CB8AC3E}">
        <p14:creationId xmlns:p14="http://schemas.microsoft.com/office/powerpoint/2010/main" val="1364427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cap="none" dirty="0">
                <a:solidFill>
                  <a:srgbClr val="FF0000"/>
                </a:solidFill>
              </a:rPr>
              <a:t>Other Techniques </a:t>
            </a:r>
          </a:p>
        </p:txBody>
      </p:sp>
      <p:sp>
        <p:nvSpPr>
          <p:cNvPr id="3" name="Text Placeholder 2"/>
          <p:cNvSpPr>
            <a:spLocks noGrp="1"/>
          </p:cNvSpPr>
          <p:nvPr>
            <p:ph type="body" idx="1"/>
          </p:nvPr>
        </p:nvSpPr>
        <p:spPr>
          <a:xfrm>
            <a:off x="393194" y="1837765"/>
            <a:ext cx="3310128" cy="576262"/>
          </a:xfrm>
        </p:spPr>
        <p:txBody>
          <a:bodyPr/>
          <a:lstStyle/>
          <a:p>
            <a:pPr algn="l"/>
            <a:r>
              <a:rPr lang="en-US" b="1" cap="none" dirty="0" err="1">
                <a:solidFill>
                  <a:srgbClr val="FF0000"/>
                </a:solidFill>
              </a:rPr>
              <a:t>Thresholding</a:t>
            </a:r>
            <a:r>
              <a:rPr lang="en-US" b="1" cap="none" dirty="0"/>
              <a:t> </a:t>
            </a:r>
            <a:endParaRPr lang="en-US" dirty="0"/>
          </a:p>
        </p:txBody>
      </p:sp>
      <p:sp>
        <p:nvSpPr>
          <p:cNvPr id="4" name="Text Placeholder 3"/>
          <p:cNvSpPr>
            <a:spLocks noGrp="1"/>
          </p:cNvSpPr>
          <p:nvPr>
            <p:ph type="body" sz="half" idx="15"/>
          </p:nvPr>
        </p:nvSpPr>
        <p:spPr>
          <a:xfrm>
            <a:off x="292610" y="2414027"/>
            <a:ext cx="3310128" cy="2734928"/>
          </a:xfrm>
        </p:spPr>
        <p:txBody>
          <a:bodyPr>
            <a:noAutofit/>
          </a:bodyPr>
          <a:lstStyle/>
          <a:p>
            <a:pPr algn="l"/>
            <a:r>
              <a:rPr lang="en-US" sz="1800" cap="none" dirty="0">
                <a:latin typeface="Times New Roman" panose="02020603050405020304" pitchFamily="18" charset="0"/>
                <a:cs typeface="Times New Roman" panose="02020603050405020304" pitchFamily="18" charset="0"/>
              </a:rPr>
              <a:t>divides an image into a foreground and background. A specified threshold value separates pixels into one of two levels to isolate objects. </a:t>
            </a:r>
            <a:r>
              <a:rPr lang="en-US" sz="1800" cap="none" dirty="0" err="1">
                <a:latin typeface="Times New Roman" panose="02020603050405020304" pitchFamily="18" charset="0"/>
                <a:cs typeface="Times New Roman" panose="02020603050405020304" pitchFamily="18" charset="0"/>
              </a:rPr>
              <a:t>Thresholding</a:t>
            </a:r>
            <a:r>
              <a:rPr lang="en-US" sz="1800" cap="none" dirty="0">
                <a:latin typeface="Times New Roman" panose="02020603050405020304" pitchFamily="18" charset="0"/>
                <a:cs typeface="Times New Roman" panose="02020603050405020304" pitchFamily="18" charset="0"/>
              </a:rPr>
              <a:t> converts grayscale images into binary images or distinguishes the lighter and darker pixels of a color image.</a:t>
            </a:r>
          </a:p>
        </p:txBody>
      </p:sp>
      <p:sp>
        <p:nvSpPr>
          <p:cNvPr id="5" name="Text Placeholder 4"/>
          <p:cNvSpPr>
            <a:spLocks noGrp="1"/>
          </p:cNvSpPr>
          <p:nvPr>
            <p:ph type="body" sz="quarter" idx="3"/>
          </p:nvPr>
        </p:nvSpPr>
        <p:spPr>
          <a:xfrm>
            <a:off x="3981203" y="1875877"/>
            <a:ext cx="3310128" cy="576262"/>
          </a:xfrm>
        </p:spPr>
        <p:txBody>
          <a:bodyPr/>
          <a:lstStyle/>
          <a:p>
            <a:pPr algn="l"/>
            <a:r>
              <a:rPr lang="en-US" b="1" cap="none" dirty="0">
                <a:solidFill>
                  <a:srgbClr val="FF0000"/>
                </a:solidFill>
              </a:rPr>
              <a:t>K-means Clustering </a:t>
            </a:r>
            <a:endParaRPr lang="en-US" b="1" dirty="0">
              <a:solidFill>
                <a:srgbClr val="FF0000"/>
              </a:solidFill>
            </a:endParaRPr>
          </a:p>
        </p:txBody>
      </p:sp>
      <p:sp>
        <p:nvSpPr>
          <p:cNvPr id="6" name="Text Placeholder 5"/>
          <p:cNvSpPr>
            <a:spLocks noGrp="1"/>
          </p:cNvSpPr>
          <p:nvPr>
            <p:ph type="body" sz="half" idx="16"/>
          </p:nvPr>
        </p:nvSpPr>
        <p:spPr>
          <a:xfrm>
            <a:off x="3905261" y="2414027"/>
            <a:ext cx="3562596" cy="3343307"/>
          </a:xfrm>
        </p:spPr>
        <p:txBody>
          <a:bodyPr>
            <a:noAutofit/>
          </a:bodyPr>
          <a:lstStyle/>
          <a:p>
            <a:pPr algn="l"/>
            <a:r>
              <a:rPr lang="en-US" sz="1800" cap="none" dirty="0">
                <a:latin typeface="Times New Roman" panose="02020603050405020304" pitchFamily="18" charset="0"/>
                <a:cs typeface="Times New Roman" panose="02020603050405020304" pitchFamily="18" charset="0"/>
              </a:rPr>
              <a:t>an algorithm identifies groups in the data, with the variable K representing the number of groups. The algorithm assigns each data point (or pixel) to one of the groups based on feature similarity. Rather than analyzing predefined groups, clustering works iteratively to organically form groups.</a:t>
            </a:r>
          </a:p>
        </p:txBody>
      </p:sp>
      <p:sp>
        <p:nvSpPr>
          <p:cNvPr id="7" name="Text Placeholder 6"/>
          <p:cNvSpPr>
            <a:spLocks noGrp="1"/>
          </p:cNvSpPr>
          <p:nvPr>
            <p:ph type="body" sz="quarter" idx="13"/>
          </p:nvPr>
        </p:nvSpPr>
        <p:spPr>
          <a:xfrm>
            <a:off x="7770380" y="1875877"/>
            <a:ext cx="3310128" cy="576262"/>
          </a:xfrm>
        </p:spPr>
        <p:txBody>
          <a:bodyPr/>
          <a:lstStyle/>
          <a:p>
            <a:pPr algn="l"/>
            <a:r>
              <a:rPr lang="en-US" b="1" cap="none" dirty="0">
                <a:solidFill>
                  <a:srgbClr val="FF0000"/>
                </a:solidFill>
              </a:rPr>
              <a:t>Edge Detection</a:t>
            </a:r>
            <a:endParaRPr lang="en-US" b="1" dirty="0">
              <a:solidFill>
                <a:srgbClr val="FF0000"/>
              </a:solidFill>
            </a:endParaRPr>
          </a:p>
        </p:txBody>
      </p:sp>
      <p:sp>
        <p:nvSpPr>
          <p:cNvPr id="8" name="Text Placeholder 7"/>
          <p:cNvSpPr>
            <a:spLocks noGrp="1"/>
          </p:cNvSpPr>
          <p:nvPr>
            <p:ph type="body" sz="half" idx="17"/>
          </p:nvPr>
        </p:nvSpPr>
        <p:spPr>
          <a:xfrm>
            <a:off x="7770380" y="2475046"/>
            <a:ext cx="3310128" cy="2734928"/>
          </a:xfrm>
        </p:spPr>
        <p:txBody>
          <a:bodyPr>
            <a:normAutofit/>
          </a:bodyPr>
          <a:lstStyle/>
          <a:p>
            <a:pPr algn="l"/>
            <a:r>
              <a:rPr lang="en-US" sz="1800" cap="none" dirty="0">
                <a:latin typeface="Times New Roman" panose="02020603050405020304" pitchFamily="18" charset="0"/>
                <a:cs typeface="Times New Roman" panose="02020603050405020304" pitchFamily="18" charset="0"/>
              </a:rPr>
              <a:t>Identifies sharp changes or discontinuities in brightness. Edge detection usually involves arranging points of discontinuity into curved line segments, or edges. For example, the border between a block of red and a block of blue.</a:t>
            </a:r>
          </a:p>
        </p:txBody>
      </p:sp>
      <p:sp>
        <p:nvSpPr>
          <p:cNvPr id="10" name="Slide Number Placeholder 9"/>
          <p:cNvSpPr>
            <a:spLocks noGrp="1"/>
          </p:cNvSpPr>
          <p:nvPr>
            <p:ph type="sldNum" sz="quarter" idx="12"/>
          </p:nvPr>
        </p:nvSpPr>
        <p:spPr/>
        <p:txBody>
          <a:bodyPr/>
          <a:lstStyle/>
          <a:p>
            <a:fld id="{3680D392-614A-43D7-BA76-AB1FFE045AF8}" type="slidenum">
              <a:rPr lang="en-US" smtClean="0"/>
              <a:t>5</a:t>
            </a:fld>
            <a:endParaRPr lang="en-US" dirty="0"/>
          </a:p>
        </p:txBody>
      </p:sp>
    </p:spTree>
    <p:extLst>
      <p:ext uri="{BB962C8B-B14F-4D97-AF65-F5344CB8AC3E}">
        <p14:creationId xmlns:p14="http://schemas.microsoft.com/office/powerpoint/2010/main" val="324538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680D392-614A-43D7-BA76-AB1FFE045AF8}" type="slidenum">
              <a:rPr lang="en-US" smtClean="0"/>
              <a:t>6</a:t>
            </a:fld>
            <a:endParaRPr lang="en-US" dirty="0"/>
          </a:p>
        </p:txBody>
      </p:sp>
      <p:sp>
        <p:nvSpPr>
          <p:cNvPr id="5" name="Title 1"/>
          <p:cNvSpPr txBox="1">
            <a:spLocks/>
          </p:cNvSpPr>
          <p:nvPr/>
        </p:nvSpPr>
        <p:spPr>
          <a:xfrm>
            <a:off x="685801" y="196249"/>
            <a:ext cx="10394706" cy="786384"/>
          </a:xfrm>
          <a:prstGeom prst="rect">
            <a:avLst/>
          </a:prstGeom>
        </p:spPr>
        <p:txBody>
          <a:bodyPr/>
          <a:lst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a:lstStyle>
          <a:p>
            <a:r>
              <a:rPr lang="en-US" sz="4000" b="1" cap="none" dirty="0">
                <a:solidFill>
                  <a:srgbClr val="FF0000"/>
                </a:solidFill>
              </a:rPr>
              <a:t>What is UpSampling2D and Conv2DTranspsoe</a:t>
            </a:r>
          </a:p>
        </p:txBody>
      </p:sp>
      <p:pic>
        <p:nvPicPr>
          <p:cNvPr id="6" name="Picture 5"/>
          <p:cNvPicPr>
            <a:picLocks noChangeAspect="1"/>
          </p:cNvPicPr>
          <p:nvPr/>
        </p:nvPicPr>
        <p:blipFill>
          <a:blip r:embed="rId2"/>
          <a:stretch>
            <a:fillRect/>
          </a:stretch>
        </p:blipFill>
        <p:spPr>
          <a:xfrm>
            <a:off x="685801" y="982633"/>
            <a:ext cx="9845042" cy="4512912"/>
          </a:xfrm>
          <a:prstGeom prst="rect">
            <a:avLst/>
          </a:prstGeom>
        </p:spPr>
      </p:pic>
    </p:spTree>
    <p:extLst>
      <p:ext uri="{BB962C8B-B14F-4D97-AF65-F5344CB8AC3E}">
        <p14:creationId xmlns:p14="http://schemas.microsoft.com/office/powerpoint/2010/main" val="1783805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9900" dirty="0">
                <a:solidFill>
                  <a:srgbClr val="FF0000"/>
                </a:solidFill>
              </a:rPr>
              <a:t>U NET </a:t>
            </a:r>
          </a:p>
        </p:txBody>
      </p:sp>
      <p:sp>
        <p:nvSpPr>
          <p:cNvPr id="4" name="Text Placeholder 3"/>
          <p:cNvSpPr>
            <a:spLocks noGrp="1"/>
          </p:cNvSpPr>
          <p:nvPr>
            <p:ph type="body" sz="half" idx="2"/>
          </p:nvPr>
        </p:nvSpPr>
        <p:spPr>
          <a:xfrm>
            <a:off x="685800" y="3602504"/>
            <a:ext cx="10667999" cy="1268252"/>
          </a:xfrm>
        </p:spPr>
        <p:txBody>
          <a:bodyPr>
            <a:noAutofit/>
          </a:bodyPr>
          <a:lstStyle/>
          <a:p>
            <a:r>
              <a:rPr lang="en-US" sz="3200" b="1" cap="none" dirty="0"/>
              <a:t>Convolutional Networks For Biomedical Image Segmentation </a:t>
            </a:r>
          </a:p>
        </p:txBody>
      </p:sp>
      <p:sp>
        <p:nvSpPr>
          <p:cNvPr id="6" name="Slide Number Placeholder 5"/>
          <p:cNvSpPr>
            <a:spLocks noGrp="1"/>
          </p:cNvSpPr>
          <p:nvPr>
            <p:ph type="sldNum" sz="quarter" idx="12"/>
          </p:nvPr>
        </p:nvSpPr>
        <p:spPr/>
        <p:txBody>
          <a:bodyPr/>
          <a:lstStyle/>
          <a:p>
            <a:fld id="{3680D392-614A-43D7-BA76-AB1FFE045AF8}" type="slidenum">
              <a:rPr lang="en-US" smtClean="0"/>
              <a:t>7</a:t>
            </a:fld>
            <a:endParaRPr lang="en-US" dirty="0"/>
          </a:p>
        </p:txBody>
      </p:sp>
    </p:spTree>
    <p:extLst>
      <p:ext uri="{BB962C8B-B14F-4D97-AF65-F5344CB8AC3E}">
        <p14:creationId xmlns:p14="http://schemas.microsoft.com/office/powerpoint/2010/main" val="770603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3680D392-614A-43D7-BA76-AB1FFE045AF8}" type="slidenum">
              <a:rPr lang="en-US" smtClean="0"/>
              <a:t>8</a:t>
            </a:fld>
            <a:endParaRPr lang="en-US" dirty="0"/>
          </a:p>
        </p:txBody>
      </p:sp>
      <p:sp>
        <p:nvSpPr>
          <p:cNvPr id="5" name="Title 1"/>
          <p:cNvSpPr txBox="1">
            <a:spLocks/>
          </p:cNvSpPr>
          <p:nvPr/>
        </p:nvSpPr>
        <p:spPr>
          <a:xfrm>
            <a:off x="685801" y="1"/>
            <a:ext cx="10394706" cy="786384"/>
          </a:xfrm>
          <a:prstGeom prst="rect">
            <a:avLst/>
          </a:prstGeom>
        </p:spPr>
        <p:txBody>
          <a:bodyPr/>
          <a:lst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a:lstStyle>
          <a:p>
            <a:pPr algn="ctr"/>
            <a:r>
              <a:rPr lang="en-US" b="1" cap="none" dirty="0" err="1">
                <a:solidFill>
                  <a:srgbClr val="FF0000"/>
                </a:solidFill>
              </a:rPr>
              <a:t>Unet</a:t>
            </a:r>
            <a:r>
              <a:rPr lang="en-US" b="1" cap="none" dirty="0">
                <a:solidFill>
                  <a:srgbClr val="FF0000"/>
                </a:solidFill>
              </a:rPr>
              <a:t> Model</a:t>
            </a:r>
          </a:p>
        </p:txBody>
      </p:sp>
      <p:pic>
        <p:nvPicPr>
          <p:cNvPr id="6" name="Picture 5"/>
          <p:cNvPicPr>
            <a:picLocks noChangeAspect="1"/>
          </p:cNvPicPr>
          <p:nvPr/>
        </p:nvPicPr>
        <p:blipFill>
          <a:blip r:embed="rId3"/>
          <a:stretch>
            <a:fillRect/>
          </a:stretch>
        </p:blipFill>
        <p:spPr>
          <a:xfrm>
            <a:off x="268199" y="915670"/>
            <a:ext cx="11417858" cy="5440680"/>
          </a:xfrm>
          <a:prstGeom prst="rect">
            <a:avLst/>
          </a:prstGeom>
        </p:spPr>
      </p:pic>
      <p:grpSp>
        <p:nvGrpSpPr>
          <p:cNvPr id="50" name="Group 49">
            <a:extLst>
              <a:ext uri="{FF2B5EF4-FFF2-40B4-BE49-F238E27FC236}">
                <a16:creationId xmlns:a16="http://schemas.microsoft.com/office/drawing/2014/main" id="{17A8480A-646D-061B-6D2E-76761294AAF9}"/>
              </a:ext>
            </a:extLst>
          </p:cNvPr>
          <p:cNvGrpSpPr/>
          <p:nvPr/>
        </p:nvGrpSpPr>
        <p:grpSpPr>
          <a:xfrm>
            <a:off x="1403928" y="583704"/>
            <a:ext cx="370080" cy="282600"/>
            <a:chOff x="1403928" y="583704"/>
            <a:chExt cx="370080" cy="282600"/>
          </a:xfrm>
        </p:grpSpPr>
        <mc:AlternateContent xmlns:mc="http://schemas.openxmlformats.org/markup-compatibility/2006" xmlns:p14="http://schemas.microsoft.com/office/powerpoint/2010/main">
          <mc:Choice Requires="p14">
            <p:contentPart p14:bwMode="auto" r:id="rId4">
              <p14:nvContentPartPr>
                <p14:cNvPr id="48" name="Ink 47">
                  <a:extLst>
                    <a:ext uri="{FF2B5EF4-FFF2-40B4-BE49-F238E27FC236}">
                      <a16:creationId xmlns:a16="http://schemas.microsoft.com/office/drawing/2014/main" id="{42D6DFD3-F5B9-A6CB-3BCE-7167B7DA66CE}"/>
                    </a:ext>
                  </a:extLst>
                </p14:cNvPr>
                <p14:cNvContentPartPr/>
                <p14:nvPr/>
              </p14:nvContentPartPr>
              <p14:xfrm>
                <a:off x="1403928" y="583704"/>
                <a:ext cx="324360" cy="194400"/>
              </p14:xfrm>
            </p:contentPart>
          </mc:Choice>
          <mc:Fallback xmlns="">
            <p:pic>
              <p:nvPicPr>
                <p:cNvPr id="48" name="Ink 47">
                  <a:extLst>
                    <a:ext uri="{FF2B5EF4-FFF2-40B4-BE49-F238E27FC236}">
                      <a16:creationId xmlns:a16="http://schemas.microsoft.com/office/drawing/2014/main" id="{42D6DFD3-F5B9-A6CB-3BCE-7167B7DA66CE}"/>
                    </a:ext>
                  </a:extLst>
                </p:cNvPr>
                <p:cNvPicPr/>
                <p:nvPr/>
              </p:nvPicPr>
              <p:blipFill>
                <a:blip r:embed="rId5"/>
                <a:stretch>
                  <a:fillRect/>
                </a:stretch>
              </p:blipFill>
              <p:spPr>
                <a:xfrm>
                  <a:off x="1394928" y="574704"/>
                  <a:ext cx="342000" cy="2120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9" name="Ink 48">
                  <a:extLst>
                    <a:ext uri="{FF2B5EF4-FFF2-40B4-BE49-F238E27FC236}">
                      <a16:creationId xmlns:a16="http://schemas.microsoft.com/office/drawing/2014/main" id="{E94E6FA5-7E76-1837-2F16-73A180D29F64}"/>
                    </a:ext>
                  </a:extLst>
                </p14:cNvPr>
                <p14:cNvContentPartPr/>
                <p14:nvPr/>
              </p14:nvContentPartPr>
              <p14:xfrm>
                <a:off x="1758528" y="722304"/>
                <a:ext cx="15480" cy="144000"/>
              </p14:xfrm>
            </p:contentPart>
          </mc:Choice>
          <mc:Fallback xmlns="">
            <p:pic>
              <p:nvPicPr>
                <p:cNvPr id="49" name="Ink 48">
                  <a:extLst>
                    <a:ext uri="{FF2B5EF4-FFF2-40B4-BE49-F238E27FC236}">
                      <a16:creationId xmlns:a16="http://schemas.microsoft.com/office/drawing/2014/main" id="{E94E6FA5-7E76-1837-2F16-73A180D29F64}"/>
                    </a:ext>
                  </a:extLst>
                </p:cNvPr>
                <p:cNvPicPr/>
                <p:nvPr/>
              </p:nvPicPr>
              <p:blipFill>
                <a:blip r:embed="rId7"/>
                <a:stretch>
                  <a:fillRect/>
                </a:stretch>
              </p:blipFill>
              <p:spPr>
                <a:xfrm>
                  <a:off x="1749888" y="713664"/>
                  <a:ext cx="33120" cy="161640"/>
                </a:xfrm>
                <a:prstGeom prst="rect">
                  <a:avLst/>
                </a:prstGeom>
              </p:spPr>
            </p:pic>
          </mc:Fallback>
        </mc:AlternateContent>
      </p:grpSp>
      <p:grpSp>
        <p:nvGrpSpPr>
          <p:cNvPr id="55" name="Group 54">
            <a:extLst>
              <a:ext uri="{FF2B5EF4-FFF2-40B4-BE49-F238E27FC236}">
                <a16:creationId xmlns:a16="http://schemas.microsoft.com/office/drawing/2014/main" id="{F841FBED-F27B-5DFA-BDFB-7C9CFAC3142C}"/>
              </a:ext>
            </a:extLst>
          </p:cNvPr>
          <p:cNvGrpSpPr/>
          <p:nvPr/>
        </p:nvGrpSpPr>
        <p:grpSpPr>
          <a:xfrm>
            <a:off x="1197648" y="3153024"/>
            <a:ext cx="137520" cy="349200"/>
            <a:chOff x="1197648" y="3153024"/>
            <a:chExt cx="137520" cy="349200"/>
          </a:xfrm>
        </p:grpSpPr>
        <mc:AlternateContent xmlns:mc="http://schemas.openxmlformats.org/markup-compatibility/2006" xmlns:p14="http://schemas.microsoft.com/office/powerpoint/2010/main">
          <mc:Choice Requires="p14">
            <p:contentPart p14:bwMode="auto" r:id="rId8">
              <p14:nvContentPartPr>
                <p14:cNvPr id="51" name="Ink 50">
                  <a:extLst>
                    <a:ext uri="{FF2B5EF4-FFF2-40B4-BE49-F238E27FC236}">
                      <a16:creationId xmlns:a16="http://schemas.microsoft.com/office/drawing/2014/main" id="{9CAD6BD3-434A-389F-7E55-724E59B25114}"/>
                    </a:ext>
                  </a:extLst>
                </p14:cNvPr>
                <p14:cNvContentPartPr/>
                <p14:nvPr/>
              </p14:nvContentPartPr>
              <p14:xfrm>
                <a:off x="1206648" y="3300984"/>
                <a:ext cx="28080" cy="201240"/>
              </p14:xfrm>
            </p:contentPart>
          </mc:Choice>
          <mc:Fallback xmlns="">
            <p:pic>
              <p:nvPicPr>
                <p:cNvPr id="51" name="Ink 50">
                  <a:extLst>
                    <a:ext uri="{FF2B5EF4-FFF2-40B4-BE49-F238E27FC236}">
                      <a16:creationId xmlns:a16="http://schemas.microsoft.com/office/drawing/2014/main" id="{9CAD6BD3-434A-389F-7E55-724E59B25114}"/>
                    </a:ext>
                  </a:extLst>
                </p:cNvPr>
                <p:cNvPicPr/>
                <p:nvPr/>
              </p:nvPicPr>
              <p:blipFill>
                <a:blip r:embed="rId9"/>
                <a:stretch>
                  <a:fillRect/>
                </a:stretch>
              </p:blipFill>
              <p:spPr>
                <a:xfrm>
                  <a:off x="1198008" y="3291984"/>
                  <a:ext cx="4572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2" name="Ink 51">
                  <a:extLst>
                    <a:ext uri="{FF2B5EF4-FFF2-40B4-BE49-F238E27FC236}">
                      <a16:creationId xmlns:a16="http://schemas.microsoft.com/office/drawing/2014/main" id="{058EDE1C-60C1-5EC7-B43B-BB4B6EF36D79}"/>
                    </a:ext>
                  </a:extLst>
                </p14:cNvPr>
                <p14:cNvContentPartPr/>
                <p14:nvPr/>
              </p14:nvContentPartPr>
              <p14:xfrm>
                <a:off x="1307448" y="3200184"/>
                <a:ext cx="360" cy="360"/>
              </p14:xfrm>
            </p:contentPart>
          </mc:Choice>
          <mc:Fallback xmlns="">
            <p:pic>
              <p:nvPicPr>
                <p:cNvPr id="52" name="Ink 51">
                  <a:extLst>
                    <a:ext uri="{FF2B5EF4-FFF2-40B4-BE49-F238E27FC236}">
                      <a16:creationId xmlns:a16="http://schemas.microsoft.com/office/drawing/2014/main" id="{058EDE1C-60C1-5EC7-B43B-BB4B6EF36D79}"/>
                    </a:ext>
                  </a:extLst>
                </p:cNvPr>
                <p:cNvPicPr/>
                <p:nvPr/>
              </p:nvPicPr>
              <p:blipFill>
                <a:blip r:embed="rId11"/>
                <a:stretch>
                  <a:fillRect/>
                </a:stretch>
              </p:blipFill>
              <p:spPr>
                <a:xfrm>
                  <a:off x="1298448" y="319154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3" name="Ink 52">
                  <a:extLst>
                    <a:ext uri="{FF2B5EF4-FFF2-40B4-BE49-F238E27FC236}">
                      <a16:creationId xmlns:a16="http://schemas.microsoft.com/office/drawing/2014/main" id="{573D48F6-082A-C69E-571B-85A05A26AC63}"/>
                    </a:ext>
                  </a:extLst>
                </p14:cNvPr>
                <p14:cNvContentPartPr/>
                <p14:nvPr/>
              </p14:nvContentPartPr>
              <p14:xfrm>
                <a:off x="1197648" y="3153024"/>
                <a:ext cx="113760" cy="166320"/>
              </p14:xfrm>
            </p:contentPart>
          </mc:Choice>
          <mc:Fallback xmlns="">
            <p:pic>
              <p:nvPicPr>
                <p:cNvPr id="53" name="Ink 52">
                  <a:extLst>
                    <a:ext uri="{FF2B5EF4-FFF2-40B4-BE49-F238E27FC236}">
                      <a16:creationId xmlns:a16="http://schemas.microsoft.com/office/drawing/2014/main" id="{573D48F6-082A-C69E-571B-85A05A26AC63}"/>
                    </a:ext>
                  </a:extLst>
                </p:cNvPr>
                <p:cNvPicPr/>
                <p:nvPr/>
              </p:nvPicPr>
              <p:blipFill>
                <a:blip r:embed="rId13"/>
                <a:stretch>
                  <a:fillRect/>
                </a:stretch>
              </p:blipFill>
              <p:spPr>
                <a:xfrm>
                  <a:off x="1189008" y="3144384"/>
                  <a:ext cx="131400" cy="183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54" name="Ink 53">
                  <a:extLst>
                    <a:ext uri="{FF2B5EF4-FFF2-40B4-BE49-F238E27FC236}">
                      <a16:creationId xmlns:a16="http://schemas.microsoft.com/office/drawing/2014/main" id="{4D837442-E226-B9CA-D081-D93BA82709AD}"/>
                    </a:ext>
                  </a:extLst>
                </p14:cNvPr>
                <p14:cNvContentPartPr/>
                <p14:nvPr/>
              </p14:nvContentPartPr>
              <p14:xfrm>
                <a:off x="1334808" y="3419784"/>
                <a:ext cx="360" cy="64440"/>
              </p14:xfrm>
            </p:contentPart>
          </mc:Choice>
          <mc:Fallback xmlns="">
            <p:pic>
              <p:nvPicPr>
                <p:cNvPr id="54" name="Ink 53">
                  <a:extLst>
                    <a:ext uri="{FF2B5EF4-FFF2-40B4-BE49-F238E27FC236}">
                      <a16:creationId xmlns:a16="http://schemas.microsoft.com/office/drawing/2014/main" id="{4D837442-E226-B9CA-D081-D93BA82709AD}"/>
                    </a:ext>
                  </a:extLst>
                </p:cNvPr>
                <p:cNvPicPr/>
                <p:nvPr/>
              </p:nvPicPr>
              <p:blipFill>
                <a:blip r:embed="rId15"/>
                <a:stretch>
                  <a:fillRect/>
                </a:stretch>
              </p:blipFill>
              <p:spPr>
                <a:xfrm>
                  <a:off x="1326168" y="3410784"/>
                  <a:ext cx="18000" cy="82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56" name="Ink 55">
                <a:extLst>
                  <a:ext uri="{FF2B5EF4-FFF2-40B4-BE49-F238E27FC236}">
                    <a16:creationId xmlns:a16="http://schemas.microsoft.com/office/drawing/2014/main" id="{958DC97D-B493-905E-3DFC-B6FC0AF2DE1D}"/>
                  </a:ext>
                </a:extLst>
              </p14:cNvPr>
              <p14:cNvContentPartPr/>
              <p14:nvPr/>
            </p14:nvContentPartPr>
            <p14:xfrm>
              <a:off x="2156328" y="2906784"/>
              <a:ext cx="319320" cy="260640"/>
            </p14:xfrm>
          </p:contentPart>
        </mc:Choice>
        <mc:Fallback xmlns="">
          <p:pic>
            <p:nvPicPr>
              <p:cNvPr id="56" name="Ink 55">
                <a:extLst>
                  <a:ext uri="{FF2B5EF4-FFF2-40B4-BE49-F238E27FC236}">
                    <a16:creationId xmlns:a16="http://schemas.microsoft.com/office/drawing/2014/main" id="{958DC97D-B493-905E-3DFC-B6FC0AF2DE1D}"/>
                  </a:ext>
                </a:extLst>
              </p:cNvPr>
              <p:cNvPicPr/>
              <p:nvPr/>
            </p:nvPicPr>
            <p:blipFill>
              <a:blip r:embed="rId17"/>
              <a:stretch>
                <a:fillRect/>
              </a:stretch>
            </p:blipFill>
            <p:spPr>
              <a:xfrm>
                <a:off x="2147688" y="2898144"/>
                <a:ext cx="33696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7" name="Ink 56">
                <a:extLst>
                  <a:ext uri="{FF2B5EF4-FFF2-40B4-BE49-F238E27FC236}">
                    <a16:creationId xmlns:a16="http://schemas.microsoft.com/office/drawing/2014/main" id="{BBC18D1C-4F69-8DAA-234B-80ADF97C410B}"/>
                  </a:ext>
                </a:extLst>
              </p14:cNvPr>
              <p14:cNvContentPartPr/>
              <p14:nvPr/>
            </p14:nvContentPartPr>
            <p14:xfrm>
              <a:off x="2623968" y="3039624"/>
              <a:ext cx="119880" cy="291960"/>
            </p14:xfrm>
          </p:contentPart>
        </mc:Choice>
        <mc:Fallback xmlns="">
          <p:pic>
            <p:nvPicPr>
              <p:cNvPr id="57" name="Ink 56">
                <a:extLst>
                  <a:ext uri="{FF2B5EF4-FFF2-40B4-BE49-F238E27FC236}">
                    <a16:creationId xmlns:a16="http://schemas.microsoft.com/office/drawing/2014/main" id="{BBC18D1C-4F69-8DAA-234B-80ADF97C410B}"/>
                  </a:ext>
                </a:extLst>
              </p:cNvPr>
              <p:cNvPicPr/>
              <p:nvPr/>
            </p:nvPicPr>
            <p:blipFill>
              <a:blip r:embed="rId19"/>
              <a:stretch>
                <a:fillRect/>
              </a:stretch>
            </p:blipFill>
            <p:spPr>
              <a:xfrm>
                <a:off x="2615328" y="3030624"/>
                <a:ext cx="137520" cy="309600"/>
              </a:xfrm>
              <a:prstGeom prst="rect">
                <a:avLst/>
              </a:prstGeom>
            </p:spPr>
          </p:pic>
        </mc:Fallback>
      </mc:AlternateContent>
      <p:grpSp>
        <p:nvGrpSpPr>
          <p:cNvPr id="65" name="Group 64">
            <a:extLst>
              <a:ext uri="{FF2B5EF4-FFF2-40B4-BE49-F238E27FC236}">
                <a16:creationId xmlns:a16="http://schemas.microsoft.com/office/drawing/2014/main" id="{E0A285F2-CF4E-26EF-6A65-6BB93380990C}"/>
              </a:ext>
            </a:extLst>
          </p:cNvPr>
          <p:cNvGrpSpPr/>
          <p:nvPr/>
        </p:nvGrpSpPr>
        <p:grpSpPr>
          <a:xfrm>
            <a:off x="1819368" y="4544424"/>
            <a:ext cx="201600" cy="451440"/>
            <a:chOff x="1819368" y="4544424"/>
            <a:chExt cx="201600" cy="451440"/>
          </a:xfrm>
        </p:grpSpPr>
        <mc:AlternateContent xmlns:mc="http://schemas.openxmlformats.org/markup-compatibility/2006" xmlns:p14="http://schemas.microsoft.com/office/powerpoint/2010/main">
          <mc:Choice Requires="p14">
            <p:contentPart p14:bwMode="auto" r:id="rId20">
              <p14:nvContentPartPr>
                <p14:cNvPr id="58" name="Ink 57">
                  <a:extLst>
                    <a:ext uri="{FF2B5EF4-FFF2-40B4-BE49-F238E27FC236}">
                      <a16:creationId xmlns:a16="http://schemas.microsoft.com/office/drawing/2014/main" id="{E4E93F13-D641-0759-A4DA-225BFB1CFFD7}"/>
                    </a:ext>
                  </a:extLst>
                </p14:cNvPr>
                <p14:cNvContentPartPr/>
                <p14:nvPr/>
              </p14:nvContentPartPr>
              <p14:xfrm>
                <a:off x="1819368" y="4608144"/>
                <a:ext cx="360" cy="240480"/>
              </p14:xfrm>
            </p:contentPart>
          </mc:Choice>
          <mc:Fallback xmlns="">
            <p:pic>
              <p:nvPicPr>
                <p:cNvPr id="58" name="Ink 57">
                  <a:extLst>
                    <a:ext uri="{FF2B5EF4-FFF2-40B4-BE49-F238E27FC236}">
                      <a16:creationId xmlns:a16="http://schemas.microsoft.com/office/drawing/2014/main" id="{E4E93F13-D641-0759-A4DA-225BFB1CFFD7}"/>
                    </a:ext>
                  </a:extLst>
                </p:cNvPr>
                <p:cNvPicPr/>
                <p:nvPr/>
              </p:nvPicPr>
              <p:blipFill>
                <a:blip r:embed="rId21"/>
                <a:stretch>
                  <a:fillRect/>
                </a:stretch>
              </p:blipFill>
              <p:spPr>
                <a:xfrm>
                  <a:off x="1810728" y="4599504"/>
                  <a:ext cx="1800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9" name="Ink 58">
                  <a:extLst>
                    <a:ext uri="{FF2B5EF4-FFF2-40B4-BE49-F238E27FC236}">
                      <a16:creationId xmlns:a16="http://schemas.microsoft.com/office/drawing/2014/main" id="{3823A75D-8652-4557-E321-5F85A2E26641}"/>
                    </a:ext>
                  </a:extLst>
                </p14:cNvPr>
                <p14:cNvContentPartPr/>
                <p14:nvPr/>
              </p14:nvContentPartPr>
              <p14:xfrm>
                <a:off x="1947528" y="4544424"/>
                <a:ext cx="9720" cy="51840"/>
              </p14:xfrm>
            </p:contentPart>
          </mc:Choice>
          <mc:Fallback xmlns="">
            <p:pic>
              <p:nvPicPr>
                <p:cNvPr id="59" name="Ink 58">
                  <a:extLst>
                    <a:ext uri="{FF2B5EF4-FFF2-40B4-BE49-F238E27FC236}">
                      <a16:creationId xmlns:a16="http://schemas.microsoft.com/office/drawing/2014/main" id="{3823A75D-8652-4557-E321-5F85A2E26641}"/>
                    </a:ext>
                  </a:extLst>
                </p:cNvPr>
                <p:cNvPicPr/>
                <p:nvPr/>
              </p:nvPicPr>
              <p:blipFill>
                <a:blip r:embed="rId23"/>
                <a:stretch>
                  <a:fillRect/>
                </a:stretch>
              </p:blipFill>
              <p:spPr>
                <a:xfrm>
                  <a:off x="1938528" y="4535424"/>
                  <a:ext cx="2736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0" name="Ink 59">
                  <a:extLst>
                    <a:ext uri="{FF2B5EF4-FFF2-40B4-BE49-F238E27FC236}">
                      <a16:creationId xmlns:a16="http://schemas.microsoft.com/office/drawing/2014/main" id="{2A0A77FF-4ECF-9726-FA94-B7CF557B0646}"/>
                    </a:ext>
                  </a:extLst>
                </p14:cNvPr>
                <p14:cNvContentPartPr/>
                <p14:nvPr/>
              </p14:nvContentPartPr>
              <p14:xfrm>
                <a:off x="1828368" y="4580424"/>
                <a:ext cx="187200" cy="177480"/>
              </p14:xfrm>
            </p:contentPart>
          </mc:Choice>
          <mc:Fallback xmlns="">
            <p:pic>
              <p:nvPicPr>
                <p:cNvPr id="60" name="Ink 59">
                  <a:extLst>
                    <a:ext uri="{FF2B5EF4-FFF2-40B4-BE49-F238E27FC236}">
                      <a16:creationId xmlns:a16="http://schemas.microsoft.com/office/drawing/2014/main" id="{2A0A77FF-4ECF-9726-FA94-B7CF557B0646}"/>
                    </a:ext>
                  </a:extLst>
                </p:cNvPr>
                <p:cNvPicPr/>
                <p:nvPr/>
              </p:nvPicPr>
              <p:blipFill>
                <a:blip r:embed="rId25"/>
                <a:stretch>
                  <a:fillRect/>
                </a:stretch>
              </p:blipFill>
              <p:spPr>
                <a:xfrm>
                  <a:off x="1819728" y="4571784"/>
                  <a:ext cx="20484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61" name="Ink 60">
                  <a:extLst>
                    <a:ext uri="{FF2B5EF4-FFF2-40B4-BE49-F238E27FC236}">
                      <a16:creationId xmlns:a16="http://schemas.microsoft.com/office/drawing/2014/main" id="{2DFF8E0F-476D-62DE-6CE4-5ABE039D11A1}"/>
                    </a:ext>
                  </a:extLst>
                </p14:cNvPr>
                <p14:cNvContentPartPr/>
                <p14:nvPr/>
              </p14:nvContentPartPr>
              <p14:xfrm>
                <a:off x="1954008" y="4848984"/>
                <a:ext cx="66960" cy="146880"/>
              </p14:xfrm>
            </p:contentPart>
          </mc:Choice>
          <mc:Fallback xmlns="">
            <p:pic>
              <p:nvPicPr>
                <p:cNvPr id="61" name="Ink 60">
                  <a:extLst>
                    <a:ext uri="{FF2B5EF4-FFF2-40B4-BE49-F238E27FC236}">
                      <a16:creationId xmlns:a16="http://schemas.microsoft.com/office/drawing/2014/main" id="{2DFF8E0F-476D-62DE-6CE4-5ABE039D11A1}"/>
                    </a:ext>
                  </a:extLst>
                </p:cNvPr>
                <p:cNvPicPr/>
                <p:nvPr/>
              </p:nvPicPr>
              <p:blipFill>
                <a:blip r:embed="rId27"/>
                <a:stretch>
                  <a:fillRect/>
                </a:stretch>
              </p:blipFill>
              <p:spPr>
                <a:xfrm>
                  <a:off x="1945368" y="4840344"/>
                  <a:ext cx="84600" cy="164520"/>
                </a:xfrm>
                <a:prstGeom prst="rect">
                  <a:avLst/>
                </a:prstGeom>
              </p:spPr>
            </p:pic>
          </mc:Fallback>
        </mc:AlternateContent>
      </p:grpSp>
      <p:grpSp>
        <p:nvGrpSpPr>
          <p:cNvPr id="64" name="Group 63">
            <a:extLst>
              <a:ext uri="{FF2B5EF4-FFF2-40B4-BE49-F238E27FC236}">
                <a16:creationId xmlns:a16="http://schemas.microsoft.com/office/drawing/2014/main" id="{733A9B05-1404-A9B9-82F5-40A78071BF89}"/>
              </a:ext>
            </a:extLst>
          </p:cNvPr>
          <p:cNvGrpSpPr/>
          <p:nvPr/>
        </p:nvGrpSpPr>
        <p:grpSpPr>
          <a:xfrm>
            <a:off x="2838528" y="4224384"/>
            <a:ext cx="575280" cy="372600"/>
            <a:chOff x="2838528" y="4224384"/>
            <a:chExt cx="575280" cy="372600"/>
          </a:xfrm>
        </p:grpSpPr>
        <mc:AlternateContent xmlns:mc="http://schemas.openxmlformats.org/markup-compatibility/2006" xmlns:p14="http://schemas.microsoft.com/office/powerpoint/2010/main">
          <mc:Choice Requires="p14">
            <p:contentPart p14:bwMode="auto" r:id="rId28">
              <p14:nvContentPartPr>
                <p14:cNvPr id="62" name="Ink 61">
                  <a:extLst>
                    <a:ext uri="{FF2B5EF4-FFF2-40B4-BE49-F238E27FC236}">
                      <a16:creationId xmlns:a16="http://schemas.microsoft.com/office/drawing/2014/main" id="{3DF0A099-9051-2B7E-BEA4-20C5E82374A6}"/>
                    </a:ext>
                  </a:extLst>
                </p14:cNvPr>
                <p14:cNvContentPartPr/>
                <p14:nvPr/>
              </p14:nvContentPartPr>
              <p14:xfrm>
                <a:off x="2838528" y="4224384"/>
                <a:ext cx="289080" cy="131760"/>
              </p14:xfrm>
            </p:contentPart>
          </mc:Choice>
          <mc:Fallback xmlns="">
            <p:pic>
              <p:nvPicPr>
                <p:cNvPr id="62" name="Ink 61">
                  <a:extLst>
                    <a:ext uri="{FF2B5EF4-FFF2-40B4-BE49-F238E27FC236}">
                      <a16:creationId xmlns:a16="http://schemas.microsoft.com/office/drawing/2014/main" id="{3DF0A099-9051-2B7E-BEA4-20C5E82374A6}"/>
                    </a:ext>
                  </a:extLst>
                </p:cNvPr>
                <p:cNvPicPr/>
                <p:nvPr/>
              </p:nvPicPr>
              <p:blipFill>
                <a:blip r:embed="rId29"/>
                <a:stretch>
                  <a:fillRect/>
                </a:stretch>
              </p:blipFill>
              <p:spPr>
                <a:xfrm>
                  <a:off x="2829528" y="4215384"/>
                  <a:ext cx="30672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63" name="Ink 62">
                  <a:extLst>
                    <a:ext uri="{FF2B5EF4-FFF2-40B4-BE49-F238E27FC236}">
                      <a16:creationId xmlns:a16="http://schemas.microsoft.com/office/drawing/2014/main" id="{47A3F950-BC5D-2869-2DE2-567E5BAB668A}"/>
                    </a:ext>
                  </a:extLst>
                </p14:cNvPr>
                <p14:cNvContentPartPr/>
                <p14:nvPr/>
              </p14:nvContentPartPr>
              <p14:xfrm>
                <a:off x="3227688" y="4332024"/>
                <a:ext cx="186120" cy="264960"/>
              </p14:xfrm>
            </p:contentPart>
          </mc:Choice>
          <mc:Fallback xmlns="">
            <p:pic>
              <p:nvPicPr>
                <p:cNvPr id="63" name="Ink 62">
                  <a:extLst>
                    <a:ext uri="{FF2B5EF4-FFF2-40B4-BE49-F238E27FC236}">
                      <a16:creationId xmlns:a16="http://schemas.microsoft.com/office/drawing/2014/main" id="{47A3F950-BC5D-2869-2DE2-567E5BAB668A}"/>
                    </a:ext>
                  </a:extLst>
                </p:cNvPr>
                <p:cNvPicPr/>
                <p:nvPr/>
              </p:nvPicPr>
              <p:blipFill>
                <a:blip r:embed="rId31"/>
                <a:stretch>
                  <a:fillRect/>
                </a:stretch>
              </p:blipFill>
              <p:spPr>
                <a:xfrm>
                  <a:off x="3219048" y="4323024"/>
                  <a:ext cx="203760" cy="282600"/>
                </a:xfrm>
                <a:prstGeom prst="rect">
                  <a:avLst/>
                </a:prstGeom>
              </p:spPr>
            </p:pic>
          </mc:Fallback>
        </mc:AlternateContent>
      </p:grpSp>
      <p:grpSp>
        <p:nvGrpSpPr>
          <p:cNvPr id="73" name="Group 72">
            <a:extLst>
              <a:ext uri="{FF2B5EF4-FFF2-40B4-BE49-F238E27FC236}">
                <a16:creationId xmlns:a16="http://schemas.microsoft.com/office/drawing/2014/main" id="{BCBCB293-F48A-793E-14AF-5A1A4B4738DD}"/>
              </a:ext>
            </a:extLst>
          </p:cNvPr>
          <p:cNvGrpSpPr/>
          <p:nvPr/>
        </p:nvGrpSpPr>
        <p:grpSpPr>
          <a:xfrm>
            <a:off x="2668248" y="5485464"/>
            <a:ext cx="371520" cy="549360"/>
            <a:chOff x="2668248" y="5485464"/>
            <a:chExt cx="371520" cy="549360"/>
          </a:xfrm>
        </p:grpSpPr>
        <mc:AlternateContent xmlns:mc="http://schemas.openxmlformats.org/markup-compatibility/2006" xmlns:p14="http://schemas.microsoft.com/office/powerpoint/2010/main">
          <mc:Choice Requires="p14">
            <p:contentPart p14:bwMode="auto" r:id="rId32">
              <p14:nvContentPartPr>
                <p14:cNvPr id="66" name="Ink 65">
                  <a:extLst>
                    <a:ext uri="{FF2B5EF4-FFF2-40B4-BE49-F238E27FC236}">
                      <a16:creationId xmlns:a16="http://schemas.microsoft.com/office/drawing/2014/main" id="{99FEFE7D-50AA-1EB2-D266-0B800696B565}"/>
                    </a:ext>
                  </a:extLst>
                </p14:cNvPr>
                <p14:cNvContentPartPr/>
                <p14:nvPr/>
              </p14:nvContentPartPr>
              <p14:xfrm>
                <a:off x="2706408" y="5495544"/>
                <a:ext cx="77400" cy="360360"/>
              </p14:xfrm>
            </p:contentPart>
          </mc:Choice>
          <mc:Fallback xmlns="">
            <p:pic>
              <p:nvPicPr>
                <p:cNvPr id="66" name="Ink 65">
                  <a:extLst>
                    <a:ext uri="{FF2B5EF4-FFF2-40B4-BE49-F238E27FC236}">
                      <a16:creationId xmlns:a16="http://schemas.microsoft.com/office/drawing/2014/main" id="{99FEFE7D-50AA-1EB2-D266-0B800696B565}"/>
                    </a:ext>
                  </a:extLst>
                </p:cNvPr>
                <p:cNvPicPr/>
                <p:nvPr/>
              </p:nvPicPr>
              <p:blipFill>
                <a:blip r:embed="rId33"/>
                <a:stretch>
                  <a:fillRect/>
                </a:stretch>
              </p:blipFill>
              <p:spPr>
                <a:xfrm>
                  <a:off x="2697408" y="5486544"/>
                  <a:ext cx="9504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67" name="Ink 66">
                  <a:extLst>
                    <a:ext uri="{FF2B5EF4-FFF2-40B4-BE49-F238E27FC236}">
                      <a16:creationId xmlns:a16="http://schemas.microsoft.com/office/drawing/2014/main" id="{1FCADD3A-E455-87B3-5B51-EF79655D407E}"/>
                    </a:ext>
                  </a:extLst>
                </p14:cNvPr>
                <p14:cNvContentPartPr/>
                <p14:nvPr/>
              </p14:nvContentPartPr>
              <p14:xfrm>
                <a:off x="2889648" y="5522904"/>
                <a:ext cx="360" cy="360"/>
              </p14:xfrm>
            </p:contentPart>
          </mc:Choice>
          <mc:Fallback xmlns="">
            <p:pic>
              <p:nvPicPr>
                <p:cNvPr id="67" name="Ink 66">
                  <a:extLst>
                    <a:ext uri="{FF2B5EF4-FFF2-40B4-BE49-F238E27FC236}">
                      <a16:creationId xmlns:a16="http://schemas.microsoft.com/office/drawing/2014/main" id="{1FCADD3A-E455-87B3-5B51-EF79655D407E}"/>
                    </a:ext>
                  </a:extLst>
                </p:cNvPr>
                <p:cNvPicPr/>
                <p:nvPr/>
              </p:nvPicPr>
              <p:blipFill>
                <a:blip r:embed="rId11"/>
                <a:stretch>
                  <a:fillRect/>
                </a:stretch>
              </p:blipFill>
              <p:spPr>
                <a:xfrm>
                  <a:off x="2880648" y="551390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8" name="Ink 67">
                  <a:extLst>
                    <a:ext uri="{FF2B5EF4-FFF2-40B4-BE49-F238E27FC236}">
                      <a16:creationId xmlns:a16="http://schemas.microsoft.com/office/drawing/2014/main" id="{78085775-82F4-722B-C649-7AA7737CE1AC}"/>
                    </a:ext>
                  </a:extLst>
                </p14:cNvPr>
                <p14:cNvContentPartPr/>
                <p14:nvPr/>
              </p14:nvContentPartPr>
              <p14:xfrm>
                <a:off x="2728368" y="5485464"/>
                <a:ext cx="180720" cy="89280"/>
              </p14:xfrm>
            </p:contentPart>
          </mc:Choice>
          <mc:Fallback xmlns="">
            <p:pic>
              <p:nvPicPr>
                <p:cNvPr id="68" name="Ink 67">
                  <a:extLst>
                    <a:ext uri="{FF2B5EF4-FFF2-40B4-BE49-F238E27FC236}">
                      <a16:creationId xmlns:a16="http://schemas.microsoft.com/office/drawing/2014/main" id="{78085775-82F4-722B-C649-7AA7737CE1AC}"/>
                    </a:ext>
                  </a:extLst>
                </p:cNvPr>
                <p:cNvPicPr/>
                <p:nvPr/>
              </p:nvPicPr>
              <p:blipFill>
                <a:blip r:embed="rId36"/>
                <a:stretch>
                  <a:fillRect/>
                </a:stretch>
              </p:blipFill>
              <p:spPr>
                <a:xfrm>
                  <a:off x="2719368" y="5476824"/>
                  <a:ext cx="19836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69" name="Ink 68">
                  <a:extLst>
                    <a:ext uri="{FF2B5EF4-FFF2-40B4-BE49-F238E27FC236}">
                      <a16:creationId xmlns:a16="http://schemas.microsoft.com/office/drawing/2014/main" id="{48FF0AAC-6C9A-FA62-ADDF-06355DE3550F}"/>
                    </a:ext>
                  </a:extLst>
                </p14:cNvPr>
                <p14:cNvContentPartPr/>
                <p14:nvPr/>
              </p14:nvContentPartPr>
              <p14:xfrm>
                <a:off x="2668248" y="5595984"/>
                <a:ext cx="1800" cy="360"/>
              </p14:xfrm>
            </p:contentPart>
          </mc:Choice>
          <mc:Fallback xmlns="">
            <p:pic>
              <p:nvPicPr>
                <p:cNvPr id="69" name="Ink 68">
                  <a:extLst>
                    <a:ext uri="{FF2B5EF4-FFF2-40B4-BE49-F238E27FC236}">
                      <a16:creationId xmlns:a16="http://schemas.microsoft.com/office/drawing/2014/main" id="{48FF0AAC-6C9A-FA62-ADDF-06355DE3550F}"/>
                    </a:ext>
                  </a:extLst>
                </p:cNvPr>
                <p:cNvPicPr/>
                <p:nvPr/>
              </p:nvPicPr>
              <p:blipFill>
                <a:blip r:embed="rId38"/>
                <a:stretch>
                  <a:fillRect/>
                </a:stretch>
              </p:blipFill>
              <p:spPr>
                <a:xfrm>
                  <a:off x="2659608" y="5587344"/>
                  <a:ext cx="1944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70" name="Ink 69">
                  <a:extLst>
                    <a:ext uri="{FF2B5EF4-FFF2-40B4-BE49-F238E27FC236}">
                      <a16:creationId xmlns:a16="http://schemas.microsoft.com/office/drawing/2014/main" id="{2DA96D2A-CBC6-7595-55C1-7F0AFE177CD4}"/>
                    </a:ext>
                  </a:extLst>
                </p14:cNvPr>
                <p14:cNvContentPartPr/>
                <p14:nvPr/>
              </p14:nvContentPartPr>
              <p14:xfrm>
                <a:off x="2861928" y="5787144"/>
                <a:ext cx="149400" cy="162360"/>
              </p14:xfrm>
            </p:contentPart>
          </mc:Choice>
          <mc:Fallback xmlns="">
            <p:pic>
              <p:nvPicPr>
                <p:cNvPr id="70" name="Ink 69">
                  <a:extLst>
                    <a:ext uri="{FF2B5EF4-FFF2-40B4-BE49-F238E27FC236}">
                      <a16:creationId xmlns:a16="http://schemas.microsoft.com/office/drawing/2014/main" id="{2DA96D2A-CBC6-7595-55C1-7F0AFE177CD4}"/>
                    </a:ext>
                  </a:extLst>
                </p:cNvPr>
                <p:cNvPicPr/>
                <p:nvPr/>
              </p:nvPicPr>
              <p:blipFill>
                <a:blip r:embed="rId40"/>
                <a:stretch>
                  <a:fillRect/>
                </a:stretch>
              </p:blipFill>
              <p:spPr>
                <a:xfrm>
                  <a:off x="2852928" y="5778144"/>
                  <a:ext cx="16704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71" name="Ink 70">
                  <a:extLst>
                    <a:ext uri="{FF2B5EF4-FFF2-40B4-BE49-F238E27FC236}">
                      <a16:creationId xmlns:a16="http://schemas.microsoft.com/office/drawing/2014/main" id="{A74E4F90-B07B-AB92-5859-C56650490D91}"/>
                    </a:ext>
                  </a:extLst>
                </p14:cNvPr>
                <p14:cNvContentPartPr/>
                <p14:nvPr/>
              </p14:nvContentPartPr>
              <p14:xfrm>
                <a:off x="2935008" y="5952744"/>
                <a:ext cx="104760" cy="82080"/>
              </p14:xfrm>
            </p:contentPart>
          </mc:Choice>
          <mc:Fallback xmlns="">
            <p:pic>
              <p:nvPicPr>
                <p:cNvPr id="71" name="Ink 70">
                  <a:extLst>
                    <a:ext uri="{FF2B5EF4-FFF2-40B4-BE49-F238E27FC236}">
                      <a16:creationId xmlns:a16="http://schemas.microsoft.com/office/drawing/2014/main" id="{A74E4F90-B07B-AB92-5859-C56650490D91}"/>
                    </a:ext>
                  </a:extLst>
                </p:cNvPr>
                <p:cNvPicPr/>
                <p:nvPr/>
              </p:nvPicPr>
              <p:blipFill>
                <a:blip r:embed="rId42"/>
                <a:stretch>
                  <a:fillRect/>
                </a:stretch>
              </p:blipFill>
              <p:spPr>
                <a:xfrm>
                  <a:off x="2926368" y="5943744"/>
                  <a:ext cx="122400" cy="99720"/>
                </a:xfrm>
                <a:prstGeom prst="rect">
                  <a:avLst/>
                </a:prstGeom>
              </p:spPr>
            </p:pic>
          </mc:Fallback>
        </mc:AlternateContent>
      </p:grpSp>
      <p:grpSp>
        <p:nvGrpSpPr>
          <p:cNvPr id="84" name="Group 83">
            <a:extLst>
              <a:ext uri="{FF2B5EF4-FFF2-40B4-BE49-F238E27FC236}">
                <a16:creationId xmlns:a16="http://schemas.microsoft.com/office/drawing/2014/main" id="{04465F74-A297-52A9-42E7-53DED5F4E2AA}"/>
              </a:ext>
            </a:extLst>
          </p:cNvPr>
          <p:cNvGrpSpPr/>
          <p:nvPr/>
        </p:nvGrpSpPr>
        <p:grpSpPr>
          <a:xfrm>
            <a:off x="3952728" y="5111064"/>
            <a:ext cx="378000" cy="241200"/>
            <a:chOff x="3952728" y="5111064"/>
            <a:chExt cx="378000" cy="241200"/>
          </a:xfrm>
        </p:grpSpPr>
        <mc:AlternateContent xmlns:mc="http://schemas.openxmlformats.org/markup-compatibility/2006" xmlns:p14="http://schemas.microsoft.com/office/powerpoint/2010/main">
          <mc:Choice Requires="p14">
            <p:contentPart p14:bwMode="auto" r:id="rId43">
              <p14:nvContentPartPr>
                <p14:cNvPr id="82" name="Ink 81">
                  <a:extLst>
                    <a:ext uri="{FF2B5EF4-FFF2-40B4-BE49-F238E27FC236}">
                      <a16:creationId xmlns:a16="http://schemas.microsoft.com/office/drawing/2014/main" id="{F22E28C7-CE20-3185-00EA-96536F8F8083}"/>
                    </a:ext>
                  </a:extLst>
                </p14:cNvPr>
                <p14:cNvContentPartPr/>
                <p14:nvPr/>
              </p14:nvContentPartPr>
              <p14:xfrm>
                <a:off x="3952728" y="5111064"/>
                <a:ext cx="198720" cy="110160"/>
              </p14:xfrm>
            </p:contentPart>
          </mc:Choice>
          <mc:Fallback xmlns="">
            <p:pic>
              <p:nvPicPr>
                <p:cNvPr id="82" name="Ink 81">
                  <a:extLst>
                    <a:ext uri="{FF2B5EF4-FFF2-40B4-BE49-F238E27FC236}">
                      <a16:creationId xmlns:a16="http://schemas.microsoft.com/office/drawing/2014/main" id="{F22E28C7-CE20-3185-00EA-96536F8F8083}"/>
                    </a:ext>
                  </a:extLst>
                </p:cNvPr>
                <p:cNvPicPr/>
                <p:nvPr/>
              </p:nvPicPr>
              <p:blipFill>
                <a:blip r:embed="rId44"/>
                <a:stretch>
                  <a:fillRect/>
                </a:stretch>
              </p:blipFill>
              <p:spPr>
                <a:xfrm>
                  <a:off x="3944088" y="5102424"/>
                  <a:ext cx="216360" cy="1278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83" name="Ink 82">
                  <a:extLst>
                    <a:ext uri="{FF2B5EF4-FFF2-40B4-BE49-F238E27FC236}">
                      <a16:creationId xmlns:a16="http://schemas.microsoft.com/office/drawing/2014/main" id="{C27168A7-D43A-A771-4A09-ECAF1F48630E}"/>
                    </a:ext>
                  </a:extLst>
                </p14:cNvPr>
                <p14:cNvContentPartPr/>
                <p14:nvPr/>
              </p14:nvContentPartPr>
              <p14:xfrm>
                <a:off x="4232088" y="5184504"/>
                <a:ext cx="98640" cy="167760"/>
              </p14:xfrm>
            </p:contentPart>
          </mc:Choice>
          <mc:Fallback xmlns="">
            <p:pic>
              <p:nvPicPr>
                <p:cNvPr id="83" name="Ink 82">
                  <a:extLst>
                    <a:ext uri="{FF2B5EF4-FFF2-40B4-BE49-F238E27FC236}">
                      <a16:creationId xmlns:a16="http://schemas.microsoft.com/office/drawing/2014/main" id="{C27168A7-D43A-A771-4A09-ECAF1F48630E}"/>
                    </a:ext>
                  </a:extLst>
                </p:cNvPr>
                <p:cNvPicPr/>
                <p:nvPr/>
              </p:nvPicPr>
              <p:blipFill>
                <a:blip r:embed="rId46"/>
                <a:stretch>
                  <a:fillRect/>
                </a:stretch>
              </p:blipFill>
              <p:spPr>
                <a:xfrm>
                  <a:off x="4223088" y="5175504"/>
                  <a:ext cx="116280" cy="185400"/>
                </a:xfrm>
                <a:prstGeom prst="rect">
                  <a:avLst/>
                </a:prstGeom>
              </p:spPr>
            </p:pic>
          </mc:Fallback>
        </mc:AlternateContent>
      </p:grpSp>
      <p:grpSp>
        <p:nvGrpSpPr>
          <p:cNvPr id="89" name="Group 88">
            <a:extLst>
              <a:ext uri="{FF2B5EF4-FFF2-40B4-BE49-F238E27FC236}">
                <a16:creationId xmlns:a16="http://schemas.microsoft.com/office/drawing/2014/main" id="{E69F0BC1-67C8-7FAB-34F6-A92AFADE1EDC}"/>
              </a:ext>
            </a:extLst>
          </p:cNvPr>
          <p:cNvGrpSpPr/>
          <p:nvPr/>
        </p:nvGrpSpPr>
        <p:grpSpPr>
          <a:xfrm>
            <a:off x="3766968" y="5916024"/>
            <a:ext cx="162360" cy="262440"/>
            <a:chOff x="3766968" y="5916024"/>
            <a:chExt cx="162360" cy="262440"/>
          </a:xfrm>
        </p:grpSpPr>
        <mc:AlternateContent xmlns:mc="http://schemas.openxmlformats.org/markup-compatibility/2006" xmlns:p14="http://schemas.microsoft.com/office/powerpoint/2010/main">
          <mc:Choice Requires="p14">
            <p:contentPart p14:bwMode="auto" r:id="rId47">
              <p14:nvContentPartPr>
                <p14:cNvPr id="85" name="Ink 84">
                  <a:extLst>
                    <a:ext uri="{FF2B5EF4-FFF2-40B4-BE49-F238E27FC236}">
                      <a16:creationId xmlns:a16="http://schemas.microsoft.com/office/drawing/2014/main" id="{A4E19C89-BE08-631F-C682-D092EC615597}"/>
                    </a:ext>
                  </a:extLst>
                </p14:cNvPr>
                <p14:cNvContentPartPr/>
                <p14:nvPr/>
              </p14:nvContentPartPr>
              <p14:xfrm>
                <a:off x="3766968" y="5934384"/>
                <a:ext cx="9720" cy="244080"/>
              </p14:xfrm>
            </p:contentPart>
          </mc:Choice>
          <mc:Fallback xmlns="">
            <p:pic>
              <p:nvPicPr>
                <p:cNvPr id="85" name="Ink 84">
                  <a:extLst>
                    <a:ext uri="{FF2B5EF4-FFF2-40B4-BE49-F238E27FC236}">
                      <a16:creationId xmlns:a16="http://schemas.microsoft.com/office/drawing/2014/main" id="{A4E19C89-BE08-631F-C682-D092EC615597}"/>
                    </a:ext>
                  </a:extLst>
                </p:cNvPr>
                <p:cNvPicPr/>
                <p:nvPr/>
              </p:nvPicPr>
              <p:blipFill>
                <a:blip r:embed="rId48"/>
                <a:stretch>
                  <a:fillRect/>
                </a:stretch>
              </p:blipFill>
              <p:spPr>
                <a:xfrm>
                  <a:off x="3757968" y="5925384"/>
                  <a:ext cx="2736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86" name="Ink 85">
                  <a:extLst>
                    <a:ext uri="{FF2B5EF4-FFF2-40B4-BE49-F238E27FC236}">
                      <a16:creationId xmlns:a16="http://schemas.microsoft.com/office/drawing/2014/main" id="{90BB794F-57AF-F1F3-53BD-502F8B723049}"/>
                    </a:ext>
                  </a:extLst>
                </p14:cNvPr>
                <p14:cNvContentPartPr/>
                <p14:nvPr/>
              </p14:nvContentPartPr>
              <p14:xfrm>
                <a:off x="3787128" y="5943024"/>
                <a:ext cx="142200" cy="80280"/>
              </p14:xfrm>
            </p:contentPart>
          </mc:Choice>
          <mc:Fallback xmlns="">
            <p:pic>
              <p:nvPicPr>
                <p:cNvPr id="86" name="Ink 85">
                  <a:extLst>
                    <a:ext uri="{FF2B5EF4-FFF2-40B4-BE49-F238E27FC236}">
                      <a16:creationId xmlns:a16="http://schemas.microsoft.com/office/drawing/2014/main" id="{90BB794F-57AF-F1F3-53BD-502F8B723049}"/>
                    </a:ext>
                  </a:extLst>
                </p:cNvPr>
                <p:cNvPicPr/>
                <p:nvPr/>
              </p:nvPicPr>
              <p:blipFill>
                <a:blip r:embed="rId50"/>
                <a:stretch>
                  <a:fillRect/>
                </a:stretch>
              </p:blipFill>
              <p:spPr>
                <a:xfrm>
                  <a:off x="3778488" y="5934384"/>
                  <a:ext cx="159840" cy="9792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88" name="Ink 87">
                  <a:extLst>
                    <a:ext uri="{FF2B5EF4-FFF2-40B4-BE49-F238E27FC236}">
                      <a16:creationId xmlns:a16="http://schemas.microsoft.com/office/drawing/2014/main" id="{C0DCE9E7-D928-23BE-73E6-412312B10A1F}"/>
                    </a:ext>
                  </a:extLst>
                </p14:cNvPr>
                <p14:cNvContentPartPr/>
                <p14:nvPr/>
              </p14:nvContentPartPr>
              <p14:xfrm>
                <a:off x="3773088" y="5916024"/>
                <a:ext cx="116280" cy="51480"/>
              </p14:xfrm>
            </p:contentPart>
          </mc:Choice>
          <mc:Fallback xmlns="">
            <p:pic>
              <p:nvPicPr>
                <p:cNvPr id="88" name="Ink 87">
                  <a:extLst>
                    <a:ext uri="{FF2B5EF4-FFF2-40B4-BE49-F238E27FC236}">
                      <a16:creationId xmlns:a16="http://schemas.microsoft.com/office/drawing/2014/main" id="{C0DCE9E7-D928-23BE-73E6-412312B10A1F}"/>
                    </a:ext>
                  </a:extLst>
                </p:cNvPr>
                <p:cNvPicPr/>
                <p:nvPr/>
              </p:nvPicPr>
              <p:blipFill>
                <a:blip r:embed="rId52"/>
                <a:stretch>
                  <a:fillRect/>
                </a:stretch>
              </p:blipFill>
              <p:spPr>
                <a:xfrm>
                  <a:off x="3764088" y="5907384"/>
                  <a:ext cx="133920" cy="69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3">
            <p14:nvContentPartPr>
              <p14:cNvPr id="90" name="Ink 89">
                <a:extLst>
                  <a:ext uri="{FF2B5EF4-FFF2-40B4-BE49-F238E27FC236}">
                    <a16:creationId xmlns:a16="http://schemas.microsoft.com/office/drawing/2014/main" id="{35C7818D-440A-939C-E6CD-48F6B8A3A57F}"/>
                  </a:ext>
                </a:extLst>
              </p14:cNvPr>
              <p14:cNvContentPartPr/>
              <p14:nvPr/>
            </p14:nvContentPartPr>
            <p14:xfrm>
              <a:off x="3848328" y="6153984"/>
              <a:ext cx="83880" cy="166680"/>
            </p14:xfrm>
          </p:contentPart>
        </mc:Choice>
        <mc:Fallback xmlns="">
          <p:pic>
            <p:nvPicPr>
              <p:cNvPr id="90" name="Ink 89">
                <a:extLst>
                  <a:ext uri="{FF2B5EF4-FFF2-40B4-BE49-F238E27FC236}">
                    <a16:creationId xmlns:a16="http://schemas.microsoft.com/office/drawing/2014/main" id="{35C7818D-440A-939C-E6CD-48F6B8A3A57F}"/>
                  </a:ext>
                </a:extLst>
              </p:cNvPr>
              <p:cNvPicPr/>
              <p:nvPr/>
            </p:nvPicPr>
            <p:blipFill>
              <a:blip r:embed="rId54"/>
              <a:stretch>
                <a:fillRect/>
              </a:stretch>
            </p:blipFill>
            <p:spPr>
              <a:xfrm>
                <a:off x="3839688" y="6144984"/>
                <a:ext cx="101520" cy="184320"/>
              </a:xfrm>
              <a:prstGeom prst="rect">
                <a:avLst/>
              </a:prstGeom>
            </p:spPr>
          </p:pic>
        </mc:Fallback>
      </mc:AlternateContent>
      <p:grpSp>
        <p:nvGrpSpPr>
          <p:cNvPr id="93" name="Group 92">
            <a:extLst>
              <a:ext uri="{FF2B5EF4-FFF2-40B4-BE49-F238E27FC236}">
                <a16:creationId xmlns:a16="http://schemas.microsoft.com/office/drawing/2014/main" id="{AB8BEE6F-CEDD-D2A3-F2DB-B3D092EC2A44}"/>
              </a:ext>
            </a:extLst>
          </p:cNvPr>
          <p:cNvGrpSpPr/>
          <p:nvPr/>
        </p:nvGrpSpPr>
        <p:grpSpPr>
          <a:xfrm>
            <a:off x="4954608" y="6208704"/>
            <a:ext cx="468360" cy="488160"/>
            <a:chOff x="4954608" y="6208704"/>
            <a:chExt cx="468360" cy="488160"/>
          </a:xfrm>
        </p:grpSpPr>
        <mc:AlternateContent xmlns:mc="http://schemas.openxmlformats.org/markup-compatibility/2006" xmlns:p14="http://schemas.microsoft.com/office/powerpoint/2010/main">
          <mc:Choice Requires="p14">
            <p:contentPart p14:bwMode="auto" r:id="rId55">
              <p14:nvContentPartPr>
                <p14:cNvPr id="91" name="Ink 90">
                  <a:extLst>
                    <a:ext uri="{FF2B5EF4-FFF2-40B4-BE49-F238E27FC236}">
                      <a16:creationId xmlns:a16="http://schemas.microsoft.com/office/drawing/2014/main" id="{BA0B70D3-1E1E-2CF7-9A6A-454B5FA43B34}"/>
                    </a:ext>
                  </a:extLst>
                </p14:cNvPr>
                <p14:cNvContentPartPr/>
                <p14:nvPr/>
              </p14:nvContentPartPr>
              <p14:xfrm>
                <a:off x="4954608" y="6208704"/>
                <a:ext cx="276120" cy="233280"/>
              </p14:xfrm>
            </p:contentPart>
          </mc:Choice>
          <mc:Fallback xmlns="">
            <p:pic>
              <p:nvPicPr>
                <p:cNvPr id="91" name="Ink 90">
                  <a:extLst>
                    <a:ext uri="{FF2B5EF4-FFF2-40B4-BE49-F238E27FC236}">
                      <a16:creationId xmlns:a16="http://schemas.microsoft.com/office/drawing/2014/main" id="{BA0B70D3-1E1E-2CF7-9A6A-454B5FA43B34}"/>
                    </a:ext>
                  </a:extLst>
                </p:cNvPr>
                <p:cNvPicPr/>
                <p:nvPr/>
              </p:nvPicPr>
              <p:blipFill>
                <a:blip r:embed="rId56"/>
                <a:stretch>
                  <a:fillRect/>
                </a:stretch>
              </p:blipFill>
              <p:spPr>
                <a:xfrm>
                  <a:off x="4945608" y="6200064"/>
                  <a:ext cx="29376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92" name="Ink 91">
                  <a:extLst>
                    <a:ext uri="{FF2B5EF4-FFF2-40B4-BE49-F238E27FC236}">
                      <a16:creationId xmlns:a16="http://schemas.microsoft.com/office/drawing/2014/main" id="{A51B1986-641C-ADD5-C0A3-D1DFE96C6636}"/>
                    </a:ext>
                  </a:extLst>
                </p14:cNvPr>
                <p14:cNvContentPartPr/>
                <p14:nvPr/>
              </p14:nvContentPartPr>
              <p14:xfrm>
                <a:off x="5258088" y="6345504"/>
                <a:ext cx="164880" cy="351360"/>
              </p14:xfrm>
            </p:contentPart>
          </mc:Choice>
          <mc:Fallback xmlns="">
            <p:pic>
              <p:nvPicPr>
                <p:cNvPr id="92" name="Ink 91">
                  <a:extLst>
                    <a:ext uri="{FF2B5EF4-FFF2-40B4-BE49-F238E27FC236}">
                      <a16:creationId xmlns:a16="http://schemas.microsoft.com/office/drawing/2014/main" id="{A51B1986-641C-ADD5-C0A3-D1DFE96C6636}"/>
                    </a:ext>
                  </a:extLst>
                </p:cNvPr>
                <p:cNvPicPr/>
                <p:nvPr/>
              </p:nvPicPr>
              <p:blipFill>
                <a:blip r:embed="rId58"/>
                <a:stretch>
                  <a:fillRect/>
                </a:stretch>
              </p:blipFill>
              <p:spPr>
                <a:xfrm>
                  <a:off x="5249088" y="6336864"/>
                  <a:ext cx="182520" cy="369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9">
            <p14:nvContentPartPr>
              <p14:cNvPr id="94" name="Ink 93">
                <a:extLst>
                  <a:ext uri="{FF2B5EF4-FFF2-40B4-BE49-F238E27FC236}">
                    <a16:creationId xmlns:a16="http://schemas.microsoft.com/office/drawing/2014/main" id="{A355D65B-47F8-18A1-6791-4317393C9308}"/>
                  </a:ext>
                </a:extLst>
              </p14:cNvPr>
              <p14:cNvContentPartPr/>
              <p14:nvPr/>
            </p14:nvContentPartPr>
            <p14:xfrm>
              <a:off x="3308328" y="4571784"/>
              <a:ext cx="88560" cy="19440"/>
            </p14:xfrm>
          </p:contentPart>
        </mc:Choice>
        <mc:Fallback xmlns="">
          <p:pic>
            <p:nvPicPr>
              <p:cNvPr id="94" name="Ink 93">
                <a:extLst>
                  <a:ext uri="{FF2B5EF4-FFF2-40B4-BE49-F238E27FC236}">
                    <a16:creationId xmlns:a16="http://schemas.microsoft.com/office/drawing/2014/main" id="{A355D65B-47F8-18A1-6791-4317393C9308}"/>
                  </a:ext>
                </a:extLst>
              </p:cNvPr>
              <p:cNvPicPr/>
              <p:nvPr/>
            </p:nvPicPr>
            <p:blipFill>
              <a:blip r:embed="rId60"/>
              <a:stretch>
                <a:fillRect/>
              </a:stretch>
            </p:blipFill>
            <p:spPr>
              <a:xfrm>
                <a:off x="3299328" y="4562784"/>
                <a:ext cx="106200" cy="37080"/>
              </a:xfrm>
              <a:prstGeom prst="rect">
                <a:avLst/>
              </a:prstGeom>
            </p:spPr>
          </p:pic>
        </mc:Fallback>
      </mc:AlternateContent>
      <p:grpSp>
        <p:nvGrpSpPr>
          <p:cNvPr id="120" name="Group 119">
            <a:extLst>
              <a:ext uri="{FF2B5EF4-FFF2-40B4-BE49-F238E27FC236}">
                <a16:creationId xmlns:a16="http://schemas.microsoft.com/office/drawing/2014/main" id="{AE421B27-7B3F-28A1-48A9-13A8EE0FBFFC}"/>
              </a:ext>
            </a:extLst>
          </p:cNvPr>
          <p:cNvGrpSpPr/>
          <p:nvPr/>
        </p:nvGrpSpPr>
        <p:grpSpPr>
          <a:xfrm>
            <a:off x="5906088" y="5129424"/>
            <a:ext cx="550800" cy="278280"/>
            <a:chOff x="5906088" y="5129424"/>
            <a:chExt cx="550800" cy="278280"/>
          </a:xfrm>
        </p:grpSpPr>
        <mc:AlternateContent xmlns:mc="http://schemas.openxmlformats.org/markup-compatibility/2006" xmlns:p14="http://schemas.microsoft.com/office/powerpoint/2010/main">
          <mc:Choice Requires="p14">
            <p:contentPart p14:bwMode="auto" r:id="rId61">
              <p14:nvContentPartPr>
                <p14:cNvPr id="117" name="Ink 116">
                  <a:extLst>
                    <a:ext uri="{FF2B5EF4-FFF2-40B4-BE49-F238E27FC236}">
                      <a16:creationId xmlns:a16="http://schemas.microsoft.com/office/drawing/2014/main" id="{D9B1C480-47E7-D3A5-503F-3AF1A2BCE559}"/>
                    </a:ext>
                  </a:extLst>
                </p14:cNvPr>
                <p14:cNvContentPartPr/>
                <p14:nvPr/>
              </p14:nvContentPartPr>
              <p14:xfrm>
                <a:off x="5906088" y="5129424"/>
                <a:ext cx="179280" cy="150120"/>
              </p14:xfrm>
            </p:contentPart>
          </mc:Choice>
          <mc:Fallback xmlns="">
            <p:pic>
              <p:nvPicPr>
                <p:cNvPr id="117" name="Ink 116">
                  <a:extLst>
                    <a:ext uri="{FF2B5EF4-FFF2-40B4-BE49-F238E27FC236}">
                      <a16:creationId xmlns:a16="http://schemas.microsoft.com/office/drawing/2014/main" id="{D9B1C480-47E7-D3A5-503F-3AF1A2BCE559}"/>
                    </a:ext>
                  </a:extLst>
                </p:cNvPr>
                <p:cNvPicPr/>
                <p:nvPr/>
              </p:nvPicPr>
              <p:blipFill>
                <a:blip r:embed="rId62"/>
                <a:stretch>
                  <a:fillRect/>
                </a:stretch>
              </p:blipFill>
              <p:spPr>
                <a:xfrm>
                  <a:off x="5897088" y="5120784"/>
                  <a:ext cx="196920" cy="1677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18" name="Ink 117">
                  <a:extLst>
                    <a:ext uri="{FF2B5EF4-FFF2-40B4-BE49-F238E27FC236}">
                      <a16:creationId xmlns:a16="http://schemas.microsoft.com/office/drawing/2014/main" id="{77E2248B-5E39-FABC-507F-AF6BD70A50A6}"/>
                    </a:ext>
                  </a:extLst>
                </p14:cNvPr>
                <p14:cNvContentPartPr/>
                <p14:nvPr/>
              </p14:nvContentPartPr>
              <p14:xfrm>
                <a:off x="6098688" y="5229864"/>
                <a:ext cx="48240" cy="18360"/>
              </p14:xfrm>
            </p:contentPart>
          </mc:Choice>
          <mc:Fallback xmlns="">
            <p:pic>
              <p:nvPicPr>
                <p:cNvPr id="118" name="Ink 117">
                  <a:extLst>
                    <a:ext uri="{FF2B5EF4-FFF2-40B4-BE49-F238E27FC236}">
                      <a16:creationId xmlns:a16="http://schemas.microsoft.com/office/drawing/2014/main" id="{77E2248B-5E39-FABC-507F-AF6BD70A50A6}"/>
                    </a:ext>
                  </a:extLst>
                </p:cNvPr>
                <p:cNvPicPr/>
                <p:nvPr/>
              </p:nvPicPr>
              <p:blipFill>
                <a:blip r:embed="rId64"/>
                <a:stretch>
                  <a:fillRect/>
                </a:stretch>
              </p:blipFill>
              <p:spPr>
                <a:xfrm>
                  <a:off x="6090048" y="5221224"/>
                  <a:ext cx="658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19" name="Ink 118">
                  <a:extLst>
                    <a:ext uri="{FF2B5EF4-FFF2-40B4-BE49-F238E27FC236}">
                      <a16:creationId xmlns:a16="http://schemas.microsoft.com/office/drawing/2014/main" id="{D23F1E7A-2B15-75E0-8609-AA409C34E501}"/>
                    </a:ext>
                  </a:extLst>
                </p14:cNvPr>
                <p14:cNvContentPartPr/>
                <p14:nvPr/>
              </p14:nvContentPartPr>
              <p14:xfrm>
                <a:off x="6296688" y="5138424"/>
                <a:ext cx="160200" cy="269280"/>
              </p14:xfrm>
            </p:contentPart>
          </mc:Choice>
          <mc:Fallback xmlns="">
            <p:pic>
              <p:nvPicPr>
                <p:cNvPr id="119" name="Ink 118">
                  <a:extLst>
                    <a:ext uri="{FF2B5EF4-FFF2-40B4-BE49-F238E27FC236}">
                      <a16:creationId xmlns:a16="http://schemas.microsoft.com/office/drawing/2014/main" id="{D23F1E7A-2B15-75E0-8609-AA409C34E501}"/>
                    </a:ext>
                  </a:extLst>
                </p:cNvPr>
                <p:cNvPicPr/>
                <p:nvPr/>
              </p:nvPicPr>
              <p:blipFill>
                <a:blip r:embed="rId66"/>
                <a:stretch>
                  <a:fillRect/>
                </a:stretch>
              </p:blipFill>
              <p:spPr>
                <a:xfrm>
                  <a:off x="6287688" y="5129424"/>
                  <a:ext cx="177840" cy="286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7">
            <p14:nvContentPartPr>
              <p14:cNvPr id="121" name="Ink 120">
                <a:extLst>
                  <a:ext uri="{FF2B5EF4-FFF2-40B4-BE49-F238E27FC236}">
                    <a16:creationId xmlns:a16="http://schemas.microsoft.com/office/drawing/2014/main" id="{C12BB0F7-6835-B710-2514-76CA698F3089}"/>
                  </a:ext>
                </a:extLst>
              </p14:cNvPr>
              <p14:cNvContentPartPr/>
              <p14:nvPr/>
            </p14:nvContentPartPr>
            <p14:xfrm>
              <a:off x="7177608" y="4435704"/>
              <a:ext cx="262800" cy="240840"/>
            </p14:xfrm>
          </p:contentPart>
        </mc:Choice>
        <mc:Fallback xmlns="">
          <p:pic>
            <p:nvPicPr>
              <p:cNvPr id="121" name="Ink 120">
                <a:extLst>
                  <a:ext uri="{FF2B5EF4-FFF2-40B4-BE49-F238E27FC236}">
                    <a16:creationId xmlns:a16="http://schemas.microsoft.com/office/drawing/2014/main" id="{C12BB0F7-6835-B710-2514-76CA698F3089}"/>
                  </a:ext>
                </a:extLst>
              </p:cNvPr>
              <p:cNvPicPr/>
              <p:nvPr/>
            </p:nvPicPr>
            <p:blipFill>
              <a:blip r:embed="rId68"/>
              <a:stretch>
                <a:fillRect/>
              </a:stretch>
            </p:blipFill>
            <p:spPr>
              <a:xfrm>
                <a:off x="7168968" y="4427064"/>
                <a:ext cx="28044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23" name="Ink 122">
                <a:extLst>
                  <a:ext uri="{FF2B5EF4-FFF2-40B4-BE49-F238E27FC236}">
                    <a16:creationId xmlns:a16="http://schemas.microsoft.com/office/drawing/2014/main" id="{42B0282F-B919-7B48-2164-59CF1B945BD9}"/>
                  </a:ext>
                </a:extLst>
              </p14:cNvPr>
              <p14:cNvContentPartPr/>
              <p14:nvPr/>
            </p14:nvContentPartPr>
            <p14:xfrm>
              <a:off x="7525368" y="4509144"/>
              <a:ext cx="172440" cy="253440"/>
            </p14:xfrm>
          </p:contentPart>
        </mc:Choice>
        <mc:Fallback xmlns="">
          <p:pic>
            <p:nvPicPr>
              <p:cNvPr id="123" name="Ink 122">
                <a:extLst>
                  <a:ext uri="{FF2B5EF4-FFF2-40B4-BE49-F238E27FC236}">
                    <a16:creationId xmlns:a16="http://schemas.microsoft.com/office/drawing/2014/main" id="{42B0282F-B919-7B48-2164-59CF1B945BD9}"/>
                  </a:ext>
                </a:extLst>
              </p:cNvPr>
              <p:cNvPicPr/>
              <p:nvPr/>
            </p:nvPicPr>
            <p:blipFill>
              <a:blip r:embed="rId70"/>
              <a:stretch>
                <a:fillRect/>
              </a:stretch>
            </p:blipFill>
            <p:spPr>
              <a:xfrm>
                <a:off x="7516368" y="4500144"/>
                <a:ext cx="190080" cy="271080"/>
              </a:xfrm>
              <a:prstGeom prst="rect">
                <a:avLst/>
              </a:prstGeom>
            </p:spPr>
          </p:pic>
        </mc:Fallback>
      </mc:AlternateContent>
      <p:grpSp>
        <p:nvGrpSpPr>
          <p:cNvPr id="132" name="Group 131">
            <a:extLst>
              <a:ext uri="{FF2B5EF4-FFF2-40B4-BE49-F238E27FC236}">
                <a16:creationId xmlns:a16="http://schemas.microsoft.com/office/drawing/2014/main" id="{DDE96BFE-F804-FFC0-3D6A-06138B102181}"/>
              </a:ext>
            </a:extLst>
          </p:cNvPr>
          <p:cNvGrpSpPr/>
          <p:nvPr/>
        </p:nvGrpSpPr>
        <p:grpSpPr>
          <a:xfrm>
            <a:off x="9196848" y="813744"/>
            <a:ext cx="431640" cy="365400"/>
            <a:chOff x="9196848" y="813744"/>
            <a:chExt cx="431640" cy="365400"/>
          </a:xfrm>
        </p:grpSpPr>
        <mc:AlternateContent xmlns:mc="http://schemas.openxmlformats.org/markup-compatibility/2006" xmlns:p14="http://schemas.microsoft.com/office/powerpoint/2010/main">
          <mc:Choice Requires="p14">
            <p:contentPart p14:bwMode="auto" r:id="rId71">
              <p14:nvContentPartPr>
                <p14:cNvPr id="130" name="Ink 129">
                  <a:extLst>
                    <a:ext uri="{FF2B5EF4-FFF2-40B4-BE49-F238E27FC236}">
                      <a16:creationId xmlns:a16="http://schemas.microsoft.com/office/drawing/2014/main" id="{63C3039F-7783-ADED-8486-37A890DBF5DD}"/>
                    </a:ext>
                  </a:extLst>
                </p14:cNvPr>
                <p14:cNvContentPartPr/>
                <p14:nvPr/>
              </p14:nvContentPartPr>
              <p14:xfrm>
                <a:off x="9196848" y="813744"/>
                <a:ext cx="219600" cy="243360"/>
              </p14:xfrm>
            </p:contentPart>
          </mc:Choice>
          <mc:Fallback xmlns="">
            <p:pic>
              <p:nvPicPr>
                <p:cNvPr id="130" name="Ink 129">
                  <a:extLst>
                    <a:ext uri="{FF2B5EF4-FFF2-40B4-BE49-F238E27FC236}">
                      <a16:creationId xmlns:a16="http://schemas.microsoft.com/office/drawing/2014/main" id="{63C3039F-7783-ADED-8486-37A890DBF5DD}"/>
                    </a:ext>
                  </a:extLst>
                </p:cNvPr>
                <p:cNvPicPr/>
                <p:nvPr/>
              </p:nvPicPr>
              <p:blipFill>
                <a:blip r:embed="rId72"/>
                <a:stretch>
                  <a:fillRect/>
                </a:stretch>
              </p:blipFill>
              <p:spPr>
                <a:xfrm>
                  <a:off x="9188208" y="804744"/>
                  <a:ext cx="23724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31" name="Ink 130">
                  <a:extLst>
                    <a:ext uri="{FF2B5EF4-FFF2-40B4-BE49-F238E27FC236}">
                      <a16:creationId xmlns:a16="http://schemas.microsoft.com/office/drawing/2014/main" id="{18926E7B-2C53-DE37-7AFE-E96B51BD05C5}"/>
                    </a:ext>
                  </a:extLst>
                </p14:cNvPr>
                <p14:cNvContentPartPr/>
                <p14:nvPr/>
              </p14:nvContentPartPr>
              <p14:xfrm>
                <a:off x="9488808" y="937224"/>
                <a:ext cx="139680" cy="241920"/>
              </p14:xfrm>
            </p:contentPart>
          </mc:Choice>
          <mc:Fallback xmlns="">
            <p:pic>
              <p:nvPicPr>
                <p:cNvPr id="131" name="Ink 130">
                  <a:extLst>
                    <a:ext uri="{FF2B5EF4-FFF2-40B4-BE49-F238E27FC236}">
                      <a16:creationId xmlns:a16="http://schemas.microsoft.com/office/drawing/2014/main" id="{18926E7B-2C53-DE37-7AFE-E96B51BD05C5}"/>
                    </a:ext>
                  </a:extLst>
                </p:cNvPr>
                <p:cNvPicPr/>
                <p:nvPr/>
              </p:nvPicPr>
              <p:blipFill>
                <a:blip r:embed="rId74"/>
                <a:stretch>
                  <a:fillRect/>
                </a:stretch>
              </p:blipFill>
              <p:spPr>
                <a:xfrm>
                  <a:off x="9479808" y="928224"/>
                  <a:ext cx="157320" cy="259560"/>
                </a:xfrm>
                <a:prstGeom prst="rect">
                  <a:avLst/>
                </a:prstGeom>
              </p:spPr>
            </p:pic>
          </mc:Fallback>
        </mc:AlternateContent>
      </p:grpSp>
      <p:grpSp>
        <p:nvGrpSpPr>
          <p:cNvPr id="136" name="Group 135">
            <a:extLst>
              <a:ext uri="{FF2B5EF4-FFF2-40B4-BE49-F238E27FC236}">
                <a16:creationId xmlns:a16="http://schemas.microsoft.com/office/drawing/2014/main" id="{B67D35F2-5DBB-A5BE-C46E-FE5D14E6DE76}"/>
              </a:ext>
            </a:extLst>
          </p:cNvPr>
          <p:cNvGrpSpPr/>
          <p:nvPr/>
        </p:nvGrpSpPr>
        <p:grpSpPr>
          <a:xfrm>
            <a:off x="8156448" y="3072024"/>
            <a:ext cx="458640" cy="323280"/>
            <a:chOff x="8156448" y="3072024"/>
            <a:chExt cx="458640" cy="323280"/>
          </a:xfrm>
        </p:grpSpPr>
        <mc:AlternateContent xmlns:mc="http://schemas.openxmlformats.org/markup-compatibility/2006" xmlns:p14="http://schemas.microsoft.com/office/powerpoint/2010/main">
          <mc:Choice Requires="p14">
            <p:contentPart p14:bwMode="auto" r:id="rId75">
              <p14:nvContentPartPr>
                <p14:cNvPr id="126" name="Ink 125">
                  <a:extLst>
                    <a:ext uri="{FF2B5EF4-FFF2-40B4-BE49-F238E27FC236}">
                      <a16:creationId xmlns:a16="http://schemas.microsoft.com/office/drawing/2014/main" id="{B5ADE953-A5B5-A129-467E-ACEA8906A9B7}"/>
                    </a:ext>
                  </a:extLst>
                </p14:cNvPr>
                <p14:cNvContentPartPr/>
                <p14:nvPr/>
              </p14:nvContentPartPr>
              <p14:xfrm>
                <a:off x="8449848" y="3182184"/>
                <a:ext cx="123120" cy="141120"/>
              </p14:xfrm>
            </p:contentPart>
          </mc:Choice>
          <mc:Fallback xmlns="">
            <p:pic>
              <p:nvPicPr>
                <p:cNvPr id="126" name="Ink 125">
                  <a:extLst>
                    <a:ext uri="{FF2B5EF4-FFF2-40B4-BE49-F238E27FC236}">
                      <a16:creationId xmlns:a16="http://schemas.microsoft.com/office/drawing/2014/main" id="{B5ADE953-A5B5-A129-467E-ACEA8906A9B7}"/>
                    </a:ext>
                  </a:extLst>
                </p:cNvPr>
                <p:cNvPicPr/>
                <p:nvPr/>
              </p:nvPicPr>
              <p:blipFill>
                <a:blip r:embed="rId76"/>
                <a:stretch>
                  <a:fillRect/>
                </a:stretch>
              </p:blipFill>
              <p:spPr>
                <a:xfrm>
                  <a:off x="8440848" y="3173184"/>
                  <a:ext cx="14076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128" name="Ink 127">
                  <a:extLst>
                    <a:ext uri="{FF2B5EF4-FFF2-40B4-BE49-F238E27FC236}">
                      <a16:creationId xmlns:a16="http://schemas.microsoft.com/office/drawing/2014/main" id="{08DE4332-4EBB-DF65-9EA7-E4C133FE0DC5}"/>
                    </a:ext>
                  </a:extLst>
                </p14:cNvPr>
                <p14:cNvContentPartPr/>
                <p14:nvPr/>
              </p14:nvContentPartPr>
              <p14:xfrm>
                <a:off x="8521488" y="3319344"/>
                <a:ext cx="93600" cy="75960"/>
              </p14:xfrm>
            </p:contentPart>
          </mc:Choice>
          <mc:Fallback xmlns="">
            <p:pic>
              <p:nvPicPr>
                <p:cNvPr id="128" name="Ink 127">
                  <a:extLst>
                    <a:ext uri="{FF2B5EF4-FFF2-40B4-BE49-F238E27FC236}">
                      <a16:creationId xmlns:a16="http://schemas.microsoft.com/office/drawing/2014/main" id="{08DE4332-4EBB-DF65-9EA7-E4C133FE0DC5}"/>
                    </a:ext>
                  </a:extLst>
                </p:cNvPr>
                <p:cNvPicPr/>
                <p:nvPr/>
              </p:nvPicPr>
              <p:blipFill>
                <a:blip r:embed="rId78"/>
                <a:stretch>
                  <a:fillRect/>
                </a:stretch>
              </p:blipFill>
              <p:spPr>
                <a:xfrm>
                  <a:off x="8512848" y="3310344"/>
                  <a:ext cx="11124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135" name="Ink 134">
                  <a:extLst>
                    <a:ext uri="{FF2B5EF4-FFF2-40B4-BE49-F238E27FC236}">
                      <a16:creationId xmlns:a16="http://schemas.microsoft.com/office/drawing/2014/main" id="{B154AA53-84F5-E204-9DBB-2E65E621A423}"/>
                    </a:ext>
                  </a:extLst>
                </p14:cNvPr>
                <p14:cNvContentPartPr/>
                <p14:nvPr/>
              </p14:nvContentPartPr>
              <p14:xfrm>
                <a:off x="8156448" y="3072024"/>
                <a:ext cx="226440" cy="288360"/>
              </p14:xfrm>
            </p:contentPart>
          </mc:Choice>
          <mc:Fallback xmlns="">
            <p:pic>
              <p:nvPicPr>
                <p:cNvPr id="135" name="Ink 134">
                  <a:extLst>
                    <a:ext uri="{FF2B5EF4-FFF2-40B4-BE49-F238E27FC236}">
                      <a16:creationId xmlns:a16="http://schemas.microsoft.com/office/drawing/2014/main" id="{B154AA53-84F5-E204-9DBB-2E65E621A423}"/>
                    </a:ext>
                  </a:extLst>
                </p:cNvPr>
                <p:cNvPicPr/>
                <p:nvPr/>
              </p:nvPicPr>
              <p:blipFill>
                <a:blip r:embed="rId80"/>
                <a:stretch>
                  <a:fillRect/>
                </a:stretch>
              </p:blipFill>
              <p:spPr>
                <a:xfrm>
                  <a:off x="8147448" y="3063384"/>
                  <a:ext cx="244080" cy="306000"/>
                </a:xfrm>
                <a:prstGeom prst="rect">
                  <a:avLst/>
                </a:prstGeom>
              </p:spPr>
            </p:pic>
          </mc:Fallback>
        </mc:AlternateContent>
      </p:grpSp>
      <p:grpSp>
        <p:nvGrpSpPr>
          <p:cNvPr id="147" name="Group 146">
            <a:extLst>
              <a:ext uri="{FF2B5EF4-FFF2-40B4-BE49-F238E27FC236}">
                <a16:creationId xmlns:a16="http://schemas.microsoft.com/office/drawing/2014/main" id="{5E869D6D-6927-DB7D-AEE1-D2658A262A63}"/>
              </a:ext>
            </a:extLst>
          </p:cNvPr>
          <p:cNvGrpSpPr/>
          <p:nvPr/>
        </p:nvGrpSpPr>
        <p:grpSpPr>
          <a:xfrm>
            <a:off x="7278048" y="5899824"/>
            <a:ext cx="411480" cy="338040"/>
            <a:chOff x="7278048" y="5899824"/>
            <a:chExt cx="411480" cy="338040"/>
          </a:xfrm>
        </p:grpSpPr>
        <mc:AlternateContent xmlns:mc="http://schemas.openxmlformats.org/markup-compatibility/2006" xmlns:p14="http://schemas.microsoft.com/office/powerpoint/2010/main">
          <mc:Choice Requires="p14">
            <p:contentPart p14:bwMode="auto" r:id="rId81">
              <p14:nvContentPartPr>
                <p14:cNvPr id="145" name="Ink 144">
                  <a:extLst>
                    <a:ext uri="{FF2B5EF4-FFF2-40B4-BE49-F238E27FC236}">
                      <a16:creationId xmlns:a16="http://schemas.microsoft.com/office/drawing/2014/main" id="{A7D59675-3A47-80E4-B606-0C8ED40EB83D}"/>
                    </a:ext>
                  </a:extLst>
                </p14:cNvPr>
                <p14:cNvContentPartPr/>
                <p14:nvPr/>
              </p14:nvContentPartPr>
              <p14:xfrm>
                <a:off x="7278048" y="5899824"/>
                <a:ext cx="164880" cy="174240"/>
              </p14:xfrm>
            </p:contentPart>
          </mc:Choice>
          <mc:Fallback xmlns="">
            <p:pic>
              <p:nvPicPr>
                <p:cNvPr id="145" name="Ink 144">
                  <a:extLst>
                    <a:ext uri="{FF2B5EF4-FFF2-40B4-BE49-F238E27FC236}">
                      <a16:creationId xmlns:a16="http://schemas.microsoft.com/office/drawing/2014/main" id="{A7D59675-3A47-80E4-B606-0C8ED40EB83D}"/>
                    </a:ext>
                  </a:extLst>
                </p:cNvPr>
                <p:cNvPicPr/>
                <p:nvPr/>
              </p:nvPicPr>
              <p:blipFill>
                <a:blip r:embed="rId82"/>
                <a:stretch>
                  <a:fillRect/>
                </a:stretch>
              </p:blipFill>
              <p:spPr>
                <a:xfrm>
                  <a:off x="7269408" y="5891184"/>
                  <a:ext cx="1825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146" name="Ink 145">
                  <a:extLst>
                    <a:ext uri="{FF2B5EF4-FFF2-40B4-BE49-F238E27FC236}">
                      <a16:creationId xmlns:a16="http://schemas.microsoft.com/office/drawing/2014/main" id="{7B83E0FB-4F83-A0A7-D7CB-40AFF35938CB}"/>
                    </a:ext>
                  </a:extLst>
                </p14:cNvPr>
                <p14:cNvContentPartPr/>
                <p14:nvPr/>
              </p14:nvContentPartPr>
              <p14:xfrm>
                <a:off x="7545528" y="6057864"/>
                <a:ext cx="144000" cy="180000"/>
              </p14:xfrm>
            </p:contentPart>
          </mc:Choice>
          <mc:Fallback xmlns="">
            <p:pic>
              <p:nvPicPr>
                <p:cNvPr id="146" name="Ink 145">
                  <a:extLst>
                    <a:ext uri="{FF2B5EF4-FFF2-40B4-BE49-F238E27FC236}">
                      <a16:creationId xmlns:a16="http://schemas.microsoft.com/office/drawing/2014/main" id="{7B83E0FB-4F83-A0A7-D7CB-40AFF35938CB}"/>
                    </a:ext>
                  </a:extLst>
                </p:cNvPr>
                <p:cNvPicPr/>
                <p:nvPr/>
              </p:nvPicPr>
              <p:blipFill>
                <a:blip r:embed="rId84"/>
                <a:stretch>
                  <a:fillRect/>
                </a:stretch>
              </p:blipFill>
              <p:spPr>
                <a:xfrm>
                  <a:off x="7536528" y="6049224"/>
                  <a:ext cx="161640" cy="197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5">
            <p14:nvContentPartPr>
              <p14:cNvPr id="152" name="Ink 151">
                <a:extLst>
                  <a:ext uri="{FF2B5EF4-FFF2-40B4-BE49-F238E27FC236}">
                    <a16:creationId xmlns:a16="http://schemas.microsoft.com/office/drawing/2014/main" id="{4BA839F4-F0C0-9C80-911A-4F6AAFC32DAD}"/>
                  </a:ext>
                </a:extLst>
              </p14:cNvPr>
              <p14:cNvContentPartPr/>
              <p14:nvPr/>
            </p14:nvContentPartPr>
            <p14:xfrm>
              <a:off x="8082648" y="5385384"/>
              <a:ext cx="233280" cy="150840"/>
            </p14:xfrm>
          </p:contentPart>
        </mc:Choice>
        <mc:Fallback xmlns="">
          <p:pic>
            <p:nvPicPr>
              <p:cNvPr id="152" name="Ink 151">
                <a:extLst>
                  <a:ext uri="{FF2B5EF4-FFF2-40B4-BE49-F238E27FC236}">
                    <a16:creationId xmlns:a16="http://schemas.microsoft.com/office/drawing/2014/main" id="{4BA839F4-F0C0-9C80-911A-4F6AAFC32DAD}"/>
                  </a:ext>
                </a:extLst>
              </p:cNvPr>
              <p:cNvPicPr/>
              <p:nvPr/>
            </p:nvPicPr>
            <p:blipFill>
              <a:blip r:embed="rId86"/>
              <a:stretch>
                <a:fillRect/>
              </a:stretch>
            </p:blipFill>
            <p:spPr>
              <a:xfrm>
                <a:off x="8073648" y="5376744"/>
                <a:ext cx="25092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153" name="Ink 152">
                <a:extLst>
                  <a:ext uri="{FF2B5EF4-FFF2-40B4-BE49-F238E27FC236}">
                    <a16:creationId xmlns:a16="http://schemas.microsoft.com/office/drawing/2014/main" id="{36F5F9C1-504E-3150-657B-49405FC4382A}"/>
                  </a:ext>
                </a:extLst>
              </p14:cNvPr>
              <p14:cNvContentPartPr/>
              <p14:nvPr/>
            </p14:nvContentPartPr>
            <p14:xfrm>
              <a:off x="8394048" y="5485824"/>
              <a:ext cx="174240" cy="210240"/>
            </p14:xfrm>
          </p:contentPart>
        </mc:Choice>
        <mc:Fallback xmlns="">
          <p:pic>
            <p:nvPicPr>
              <p:cNvPr id="153" name="Ink 152">
                <a:extLst>
                  <a:ext uri="{FF2B5EF4-FFF2-40B4-BE49-F238E27FC236}">
                    <a16:creationId xmlns:a16="http://schemas.microsoft.com/office/drawing/2014/main" id="{36F5F9C1-504E-3150-657B-49405FC4382A}"/>
                  </a:ext>
                </a:extLst>
              </p:cNvPr>
              <p:cNvPicPr/>
              <p:nvPr/>
            </p:nvPicPr>
            <p:blipFill>
              <a:blip r:embed="rId88"/>
              <a:stretch>
                <a:fillRect/>
              </a:stretch>
            </p:blipFill>
            <p:spPr>
              <a:xfrm>
                <a:off x="8385408" y="5477184"/>
                <a:ext cx="191880" cy="227880"/>
              </a:xfrm>
              <a:prstGeom prst="rect">
                <a:avLst/>
              </a:prstGeom>
            </p:spPr>
          </p:pic>
        </mc:Fallback>
      </mc:AlternateContent>
      <p:grpSp>
        <p:nvGrpSpPr>
          <p:cNvPr id="160" name="Group 159">
            <a:extLst>
              <a:ext uri="{FF2B5EF4-FFF2-40B4-BE49-F238E27FC236}">
                <a16:creationId xmlns:a16="http://schemas.microsoft.com/office/drawing/2014/main" id="{56945BC5-52DA-6637-76C2-7B13405F8D1A}"/>
              </a:ext>
            </a:extLst>
          </p:cNvPr>
          <p:cNvGrpSpPr/>
          <p:nvPr/>
        </p:nvGrpSpPr>
        <p:grpSpPr>
          <a:xfrm>
            <a:off x="8638848" y="4490064"/>
            <a:ext cx="480240" cy="413640"/>
            <a:chOff x="8638848" y="4490064"/>
            <a:chExt cx="480240" cy="413640"/>
          </a:xfrm>
        </p:grpSpPr>
        <mc:AlternateContent xmlns:mc="http://schemas.openxmlformats.org/markup-compatibility/2006" xmlns:p14="http://schemas.microsoft.com/office/powerpoint/2010/main">
          <mc:Choice Requires="p14">
            <p:contentPart p14:bwMode="auto" r:id="rId89">
              <p14:nvContentPartPr>
                <p14:cNvPr id="157" name="Ink 156">
                  <a:extLst>
                    <a:ext uri="{FF2B5EF4-FFF2-40B4-BE49-F238E27FC236}">
                      <a16:creationId xmlns:a16="http://schemas.microsoft.com/office/drawing/2014/main" id="{71F79DB8-98C3-8CD4-E01E-2BF51479205D}"/>
                    </a:ext>
                  </a:extLst>
                </p14:cNvPr>
                <p14:cNvContentPartPr/>
                <p14:nvPr/>
              </p14:nvContentPartPr>
              <p14:xfrm>
                <a:off x="8638848" y="4490064"/>
                <a:ext cx="267120" cy="177480"/>
              </p14:xfrm>
            </p:contentPart>
          </mc:Choice>
          <mc:Fallback xmlns="">
            <p:pic>
              <p:nvPicPr>
                <p:cNvPr id="157" name="Ink 156">
                  <a:extLst>
                    <a:ext uri="{FF2B5EF4-FFF2-40B4-BE49-F238E27FC236}">
                      <a16:creationId xmlns:a16="http://schemas.microsoft.com/office/drawing/2014/main" id="{71F79DB8-98C3-8CD4-E01E-2BF51479205D}"/>
                    </a:ext>
                  </a:extLst>
                </p:cNvPr>
                <p:cNvPicPr/>
                <p:nvPr/>
              </p:nvPicPr>
              <p:blipFill>
                <a:blip r:embed="rId90"/>
                <a:stretch>
                  <a:fillRect/>
                </a:stretch>
              </p:blipFill>
              <p:spPr>
                <a:xfrm>
                  <a:off x="8629848" y="4481424"/>
                  <a:ext cx="28476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158" name="Ink 157">
                  <a:extLst>
                    <a:ext uri="{FF2B5EF4-FFF2-40B4-BE49-F238E27FC236}">
                      <a16:creationId xmlns:a16="http://schemas.microsoft.com/office/drawing/2014/main" id="{5F02A843-6E97-EB63-EF68-91E3A5C44AFD}"/>
                    </a:ext>
                  </a:extLst>
                </p14:cNvPr>
                <p14:cNvContentPartPr/>
                <p14:nvPr/>
              </p14:nvContentPartPr>
              <p14:xfrm>
                <a:off x="8985528" y="4663224"/>
                <a:ext cx="97200" cy="123120"/>
              </p14:xfrm>
            </p:contentPart>
          </mc:Choice>
          <mc:Fallback xmlns="">
            <p:pic>
              <p:nvPicPr>
                <p:cNvPr id="158" name="Ink 157">
                  <a:extLst>
                    <a:ext uri="{FF2B5EF4-FFF2-40B4-BE49-F238E27FC236}">
                      <a16:creationId xmlns:a16="http://schemas.microsoft.com/office/drawing/2014/main" id="{5F02A843-6E97-EB63-EF68-91E3A5C44AFD}"/>
                    </a:ext>
                  </a:extLst>
                </p:cNvPr>
                <p:cNvPicPr/>
                <p:nvPr/>
              </p:nvPicPr>
              <p:blipFill>
                <a:blip r:embed="rId92"/>
                <a:stretch>
                  <a:fillRect/>
                </a:stretch>
              </p:blipFill>
              <p:spPr>
                <a:xfrm>
                  <a:off x="8976528" y="4654224"/>
                  <a:ext cx="11484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159" name="Ink 158">
                  <a:extLst>
                    <a:ext uri="{FF2B5EF4-FFF2-40B4-BE49-F238E27FC236}">
                      <a16:creationId xmlns:a16="http://schemas.microsoft.com/office/drawing/2014/main" id="{AD76F7E9-082F-C830-646E-B2D85F756126}"/>
                    </a:ext>
                  </a:extLst>
                </p14:cNvPr>
                <p14:cNvContentPartPr/>
                <p14:nvPr/>
              </p14:nvContentPartPr>
              <p14:xfrm>
                <a:off x="9004608" y="4773024"/>
                <a:ext cx="114480" cy="130680"/>
              </p14:xfrm>
            </p:contentPart>
          </mc:Choice>
          <mc:Fallback xmlns="">
            <p:pic>
              <p:nvPicPr>
                <p:cNvPr id="159" name="Ink 158">
                  <a:extLst>
                    <a:ext uri="{FF2B5EF4-FFF2-40B4-BE49-F238E27FC236}">
                      <a16:creationId xmlns:a16="http://schemas.microsoft.com/office/drawing/2014/main" id="{AD76F7E9-082F-C830-646E-B2D85F756126}"/>
                    </a:ext>
                  </a:extLst>
                </p:cNvPr>
                <p:cNvPicPr/>
                <p:nvPr/>
              </p:nvPicPr>
              <p:blipFill>
                <a:blip r:embed="rId94"/>
                <a:stretch>
                  <a:fillRect/>
                </a:stretch>
              </p:blipFill>
              <p:spPr>
                <a:xfrm>
                  <a:off x="8995608" y="4764384"/>
                  <a:ext cx="132120" cy="148320"/>
                </a:xfrm>
                <a:prstGeom prst="rect">
                  <a:avLst/>
                </a:prstGeom>
              </p:spPr>
            </p:pic>
          </mc:Fallback>
        </mc:AlternateContent>
      </p:grpSp>
      <p:grpSp>
        <p:nvGrpSpPr>
          <p:cNvPr id="163" name="Group 162">
            <a:extLst>
              <a:ext uri="{FF2B5EF4-FFF2-40B4-BE49-F238E27FC236}">
                <a16:creationId xmlns:a16="http://schemas.microsoft.com/office/drawing/2014/main" id="{DAAF1E69-35FD-426B-9773-EA8676651866}"/>
              </a:ext>
            </a:extLst>
          </p:cNvPr>
          <p:cNvGrpSpPr/>
          <p:nvPr/>
        </p:nvGrpSpPr>
        <p:grpSpPr>
          <a:xfrm>
            <a:off x="9450648" y="2981304"/>
            <a:ext cx="419400" cy="367920"/>
            <a:chOff x="9450648" y="2981304"/>
            <a:chExt cx="419400" cy="367920"/>
          </a:xfrm>
        </p:grpSpPr>
        <mc:AlternateContent xmlns:mc="http://schemas.openxmlformats.org/markup-compatibility/2006" xmlns:p14="http://schemas.microsoft.com/office/powerpoint/2010/main">
          <mc:Choice Requires="p14">
            <p:contentPart p14:bwMode="auto" r:id="rId95">
              <p14:nvContentPartPr>
                <p14:cNvPr id="161" name="Ink 160">
                  <a:extLst>
                    <a:ext uri="{FF2B5EF4-FFF2-40B4-BE49-F238E27FC236}">
                      <a16:creationId xmlns:a16="http://schemas.microsoft.com/office/drawing/2014/main" id="{0076AC2F-165A-F103-3327-A792DA7BEEDD}"/>
                    </a:ext>
                  </a:extLst>
                </p14:cNvPr>
                <p14:cNvContentPartPr/>
                <p14:nvPr/>
              </p14:nvContentPartPr>
              <p14:xfrm>
                <a:off x="9450648" y="2981304"/>
                <a:ext cx="263880" cy="175680"/>
              </p14:xfrm>
            </p:contentPart>
          </mc:Choice>
          <mc:Fallback xmlns="">
            <p:pic>
              <p:nvPicPr>
                <p:cNvPr id="161" name="Ink 160">
                  <a:extLst>
                    <a:ext uri="{FF2B5EF4-FFF2-40B4-BE49-F238E27FC236}">
                      <a16:creationId xmlns:a16="http://schemas.microsoft.com/office/drawing/2014/main" id="{0076AC2F-165A-F103-3327-A792DA7BEEDD}"/>
                    </a:ext>
                  </a:extLst>
                </p:cNvPr>
                <p:cNvPicPr/>
                <p:nvPr/>
              </p:nvPicPr>
              <p:blipFill>
                <a:blip r:embed="rId96"/>
                <a:stretch>
                  <a:fillRect/>
                </a:stretch>
              </p:blipFill>
              <p:spPr>
                <a:xfrm>
                  <a:off x="9442008" y="2972304"/>
                  <a:ext cx="28152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162" name="Ink 161">
                  <a:extLst>
                    <a:ext uri="{FF2B5EF4-FFF2-40B4-BE49-F238E27FC236}">
                      <a16:creationId xmlns:a16="http://schemas.microsoft.com/office/drawing/2014/main" id="{17E0684E-91FB-57AB-C8BD-77698C793CAE}"/>
                    </a:ext>
                  </a:extLst>
                </p14:cNvPr>
                <p14:cNvContentPartPr/>
                <p14:nvPr/>
              </p14:nvContentPartPr>
              <p14:xfrm>
                <a:off x="9722088" y="3108744"/>
                <a:ext cx="147960" cy="240480"/>
              </p14:xfrm>
            </p:contentPart>
          </mc:Choice>
          <mc:Fallback xmlns="">
            <p:pic>
              <p:nvPicPr>
                <p:cNvPr id="162" name="Ink 161">
                  <a:extLst>
                    <a:ext uri="{FF2B5EF4-FFF2-40B4-BE49-F238E27FC236}">
                      <a16:creationId xmlns:a16="http://schemas.microsoft.com/office/drawing/2014/main" id="{17E0684E-91FB-57AB-C8BD-77698C793CAE}"/>
                    </a:ext>
                  </a:extLst>
                </p:cNvPr>
                <p:cNvPicPr/>
                <p:nvPr/>
              </p:nvPicPr>
              <p:blipFill>
                <a:blip r:embed="rId98"/>
                <a:stretch>
                  <a:fillRect/>
                </a:stretch>
              </p:blipFill>
              <p:spPr>
                <a:xfrm>
                  <a:off x="9713088" y="3099744"/>
                  <a:ext cx="165600" cy="258120"/>
                </a:xfrm>
                <a:prstGeom prst="rect">
                  <a:avLst/>
                </a:prstGeom>
              </p:spPr>
            </p:pic>
          </mc:Fallback>
        </mc:AlternateContent>
      </p:grpSp>
    </p:spTree>
    <p:extLst>
      <p:ext uri="{BB962C8B-B14F-4D97-AF65-F5344CB8AC3E}">
        <p14:creationId xmlns:p14="http://schemas.microsoft.com/office/powerpoint/2010/main" val="338388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9"/>
                                        </p:tgtEl>
                                        <p:attrNameLst>
                                          <p:attrName>style.visibility</p:attrName>
                                        </p:attrNameLst>
                                      </p:cBhvr>
                                      <p:to>
                                        <p:strVal val="visible"/>
                                      </p:to>
                                    </p:set>
                                    <p:animEffect transition="in" filter="fade">
                                      <p:cBhvr>
                                        <p:cTn id="37" dur="500"/>
                                        <p:tgtEl>
                                          <p:spTgt spid="89"/>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9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3"/>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47"/>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123"/>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121"/>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52"/>
                                        </p:tgtEl>
                                        <p:attrNameLst>
                                          <p:attrName>style.visibility</p:attrName>
                                        </p:attrNameLst>
                                      </p:cBhvr>
                                      <p:to>
                                        <p:strVal val="visible"/>
                                      </p:to>
                                    </p:set>
                                  </p:childTnLst>
                                </p:cTn>
                              </p:par>
                              <p:par>
                                <p:cTn id="64" presetID="1" presetClass="entr" presetSubtype="0" fill="hold" nodeType="withEffect">
                                  <p:stCondLst>
                                    <p:cond delay="0"/>
                                  </p:stCondLst>
                                  <p:childTnLst>
                                    <p:set>
                                      <p:cBhvr>
                                        <p:cTn id="65" dur="1" fill="hold">
                                          <p:stCondLst>
                                            <p:cond delay="0"/>
                                          </p:stCondLst>
                                        </p:cTn>
                                        <p:tgtEl>
                                          <p:spTgt spid="153"/>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13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60"/>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32"/>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t>Intersection Over Union [ IOU ]</a:t>
            </a:r>
          </a:p>
        </p:txBody>
      </p:sp>
      <p:sp>
        <p:nvSpPr>
          <p:cNvPr id="4" name="Slide Number Placeholder 3"/>
          <p:cNvSpPr>
            <a:spLocks noGrp="1"/>
          </p:cNvSpPr>
          <p:nvPr>
            <p:ph type="sldNum" sz="quarter" idx="12"/>
          </p:nvPr>
        </p:nvSpPr>
        <p:spPr/>
        <p:txBody>
          <a:bodyPr/>
          <a:lstStyle/>
          <a:p>
            <a:fld id="{3680D392-614A-43D7-BA76-AB1FFE045AF8}" type="slidenum">
              <a:rPr lang="en-US" smtClean="0"/>
              <a:t>9</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0542" y="1837765"/>
            <a:ext cx="8407400" cy="3737535"/>
          </a:xfrm>
          <a:prstGeom prst="rect">
            <a:avLst/>
          </a:prstGeom>
        </p:spPr>
      </p:pic>
    </p:spTree>
    <p:extLst>
      <p:ext uri="{BB962C8B-B14F-4D97-AF65-F5344CB8AC3E}">
        <p14:creationId xmlns:p14="http://schemas.microsoft.com/office/powerpoint/2010/main" val="4068941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none" dirty="0"/>
              <a:t>Three similarity coefficients</a:t>
            </a:r>
          </a:p>
        </p:txBody>
      </p:sp>
      <p:sp>
        <p:nvSpPr>
          <p:cNvPr id="4" name="Slide Number Placeholder 3"/>
          <p:cNvSpPr>
            <a:spLocks noGrp="1"/>
          </p:cNvSpPr>
          <p:nvPr>
            <p:ph type="sldNum" sz="quarter" idx="12"/>
          </p:nvPr>
        </p:nvSpPr>
        <p:spPr/>
        <p:txBody>
          <a:bodyPr/>
          <a:lstStyle/>
          <a:p>
            <a:fld id="{3680D392-614A-43D7-BA76-AB1FFE045AF8}" type="slidenum">
              <a:rPr lang="en-US" smtClean="0"/>
              <a:t>10</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5878" y="1947833"/>
            <a:ext cx="5486400" cy="3576668"/>
          </a:xfrm>
          <a:prstGeom prst="rect">
            <a:avLst/>
          </a:prstGeom>
        </p:spPr>
      </p:pic>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l="11084" r="5229"/>
          <a:stretch/>
        </p:blipFill>
        <p:spPr>
          <a:xfrm>
            <a:off x="5943600" y="1523912"/>
            <a:ext cx="6248400" cy="4711518"/>
          </a:xfrm>
          <a:prstGeom prst="rect">
            <a:avLst/>
          </a:prstGeom>
        </p:spPr>
      </p:pic>
    </p:spTree>
    <p:extLst>
      <p:ext uri="{BB962C8B-B14F-4D97-AF65-F5344CB8AC3E}">
        <p14:creationId xmlns:p14="http://schemas.microsoft.com/office/powerpoint/2010/main" val="3422801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Thanks for listening</a:t>
            </a:r>
          </a:p>
        </p:txBody>
      </p:sp>
    </p:spTree>
    <p:extLst>
      <p:ext uri="{BB962C8B-B14F-4D97-AF65-F5344CB8AC3E}">
        <p14:creationId xmlns:p14="http://schemas.microsoft.com/office/powerpoint/2010/main" val="24823635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718</TotalTime>
  <Words>288</Words>
  <Application>Microsoft Office PowerPoint</Application>
  <PresentationFormat>Widescreen</PresentationFormat>
  <Paragraphs>35</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Computer Vision (CV)</vt:lpstr>
      <vt:lpstr>What Is Image Segmentation?</vt:lpstr>
      <vt:lpstr>What Is Image Semantic Segmentation?</vt:lpstr>
      <vt:lpstr>What Is Image Instance Segmentation?</vt:lpstr>
      <vt:lpstr>Other Techniques </vt:lpstr>
      <vt:lpstr>PowerPoint Presentation</vt:lpstr>
      <vt:lpstr>U NET </vt:lpstr>
      <vt:lpstr>PowerPoint Presentation</vt:lpstr>
      <vt:lpstr>Intersection Over Union [ IOU ]</vt:lpstr>
      <vt:lpstr>Three similarity coefficients</vt:lpstr>
      <vt:lpstr>Thanks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 (CV)</dc:title>
  <dc:creator>hossam180099@fci.bu.edu.eg</dc:creator>
  <cp:lastModifiedBy>محمد بهجت عبدالخالق بيومى</cp:lastModifiedBy>
  <cp:revision>61</cp:revision>
  <dcterms:created xsi:type="dcterms:W3CDTF">2024-02-18T11:35:13Z</dcterms:created>
  <dcterms:modified xsi:type="dcterms:W3CDTF">2025-11-21T09:53:35Z</dcterms:modified>
</cp:coreProperties>
</file>